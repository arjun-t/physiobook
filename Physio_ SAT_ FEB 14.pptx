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0" r:id="rId6"/>
    <p:sldId id="265" r:id="rId7"/>
    <p:sldId id="267" r:id="rId8"/>
    <p:sldId id="268" r:id="rId9"/>
    <p:sldId id="26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672B66-741F-47B9-BB47-46BA464DA8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75ECCF-889C-49AF-9D7D-346ECE7A7156}">
      <dgm:prSet/>
      <dgm:spPr/>
      <dgm:t>
        <a:bodyPr/>
        <a:lstStyle/>
        <a:p>
          <a:r>
            <a:rPr lang="en-IN"/>
            <a:t>SIMPLE DECISION TABLE (BEGINNER-FRIENDLY)</a:t>
          </a:r>
          <a:endParaRPr lang="en-US"/>
        </a:p>
      </dgm:t>
    </dgm:pt>
    <dgm:pt modelId="{CC7513A5-25BE-4ECE-AF26-5CDAC30E9569}" type="parTrans" cxnId="{5FA6A109-BA6A-4554-97B1-E8B50C7EEC27}">
      <dgm:prSet/>
      <dgm:spPr/>
      <dgm:t>
        <a:bodyPr/>
        <a:lstStyle/>
        <a:p>
          <a:endParaRPr lang="en-US"/>
        </a:p>
      </dgm:t>
    </dgm:pt>
    <dgm:pt modelId="{5A52B978-0422-4A51-A49A-E3E9A4350778}" type="sibTrans" cxnId="{5FA6A109-BA6A-4554-97B1-E8B50C7EEC27}">
      <dgm:prSet/>
      <dgm:spPr/>
      <dgm:t>
        <a:bodyPr/>
        <a:lstStyle/>
        <a:p>
          <a:endParaRPr lang="en-US"/>
        </a:p>
      </dgm:t>
    </dgm:pt>
    <dgm:pt modelId="{C8D08EA3-D15F-4882-A31B-03CEE5F9E8E0}">
      <dgm:prSet/>
      <dgm:spPr/>
      <dgm:t>
        <a:bodyPr/>
        <a:lstStyle/>
        <a:p>
          <a:r>
            <a:rPr lang="en-IN" dirty="0"/>
            <a:t>Option			Recommended</a:t>
          </a:r>
          <a:endParaRPr lang="en-US" dirty="0"/>
        </a:p>
      </dgm:t>
    </dgm:pt>
    <dgm:pt modelId="{9EFEF19C-436D-442E-9375-9183D42161CA}" type="parTrans" cxnId="{6805D14A-0602-4DCD-8D2F-3A5302AC1C7E}">
      <dgm:prSet/>
      <dgm:spPr/>
      <dgm:t>
        <a:bodyPr/>
        <a:lstStyle/>
        <a:p>
          <a:endParaRPr lang="en-US"/>
        </a:p>
      </dgm:t>
    </dgm:pt>
    <dgm:pt modelId="{D45EBB68-E81F-4274-ABF4-8FF6F464F077}" type="sibTrans" cxnId="{6805D14A-0602-4DCD-8D2F-3A5302AC1C7E}">
      <dgm:prSet/>
      <dgm:spPr/>
      <dgm:t>
        <a:bodyPr/>
        <a:lstStyle/>
        <a:p>
          <a:endParaRPr lang="en-US"/>
        </a:p>
      </dgm:t>
    </dgm:pt>
    <dgm:pt modelId="{9850DC6C-E090-4326-AEBB-57C6BAFBB7F6}">
      <dgm:prSet/>
      <dgm:spPr/>
      <dgm:t>
        <a:bodyPr/>
        <a:lstStyle/>
        <a:p>
          <a:r>
            <a:rPr lang="en-IN"/>
            <a:t>One app, two roles	✅ YES</a:t>
          </a:r>
          <a:endParaRPr lang="en-US"/>
        </a:p>
      </dgm:t>
    </dgm:pt>
    <dgm:pt modelId="{07408431-C354-42A6-BD56-F93C0024B779}" type="parTrans" cxnId="{FB6F258D-F951-4545-93B7-5C78AC44FC13}">
      <dgm:prSet/>
      <dgm:spPr/>
      <dgm:t>
        <a:bodyPr/>
        <a:lstStyle/>
        <a:p>
          <a:endParaRPr lang="en-US"/>
        </a:p>
      </dgm:t>
    </dgm:pt>
    <dgm:pt modelId="{FD0A8E51-BAF9-4BC6-ACDD-C146C0B092A8}" type="sibTrans" cxnId="{FB6F258D-F951-4545-93B7-5C78AC44FC13}">
      <dgm:prSet/>
      <dgm:spPr/>
      <dgm:t>
        <a:bodyPr/>
        <a:lstStyle/>
        <a:p>
          <a:endParaRPr lang="en-US"/>
        </a:p>
      </dgm:t>
    </dgm:pt>
    <dgm:pt modelId="{957BF2EB-7099-4717-A207-A7305A23355C}">
      <dgm:prSet/>
      <dgm:spPr/>
      <dgm:t>
        <a:bodyPr/>
        <a:lstStyle/>
        <a:p>
          <a:r>
            <a:rPr lang="en-IN"/>
            <a:t>Two mobile apps now	❌ NO</a:t>
          </a:r>
          <a:endParaRPr lang="en-US"/>
        </a:p>
      </dgm:t>
    </dgm:pt>
    <dgm:pt modelId="{143C74DF-8593-42C8-9619-3EA3C1D6F2BB}" type="parTrans" cxnId="{65E3C7DA-8B2D-4BC0-8610-287FB0078177}">
      <dgm:prSet/>
      <dgm:spPr/>
      <dgm:t>
        <a:bodyPr/>
        <a:lstStyle/>
        <a:p>
          <a:endParaRPr lang="en-US"/>
        </a:p>
      </dgm:t>
    </dgm:pt>
    <dgm:pt modelId="{514BF854-9061-4C40-9AB0-8A654A61BC27}" type="sibTrans" cxnId="{65E3C7DA-8B2D-4BC0-8610-287FB0078177}">
      <dgm:prSet/>
      <dgm:spPr/>
      <dgm:t>
        <a:bodyPr/>
        <a:lstStyle/>
        <a:p>
          <a:endParaRPr lang="en-US"/>
        </a:p>
      </dgm:t>
    </dgm:pt>
    <dgm:pt modelId="{3582C70A-E665-4E9F-8301-3700DB298450}">
      <dgm:prSet/>
      <dgm:spPr/>
      <dgm:t>
        <a:bodyPr/>
        <a:lstStyle/>
        <a:p>
          <a:r>
            <a:rPr lang="en-IN"/>
            <a:t>Role decided at signup	✅ YES</a:t>
          </a:r>
          <a:endParaRPr lang="en-US"/>
        </a:p>
      </dgm:t>
    </dgm:pt>
    <dgm:pt modelId="{4EF5291F-2786-4333-A599-E5F2F62FAC38}" type="parTrans" cxnId="{0BEE78D4-4E44-469B-B7FF-0E0678C6737F}">
      <dgm:prSet/>
      <dgm:spPr/>
      <dgm:t>
        <a:bodyPr/>
        <a:lstStyle/>
        <a:p>
          <a:endParaRPr lang="en-US"/>
        </a:p>
      </dgm:t>
    </dgm:pt>
    <dgm:pt modelId="{68A25DAC-6E18-4EA3-B423-6F6AFBE888A3}" type="sibTrans" cxnId="{0BEE78D4-4E44-469B-B7FF-0E0678C6737F}">
      <dgm:prSet/>
      <dgm:spPr/>
      <dgm:t>
        <a:bodyPr/>
        <a:lstStyle/>
        <a:p>
          <a:endParaRPr lang="en-US"/>
        </a:p>
      </dgm:t>
    </dgm:pt>
    <dgm:pt modelId="{3139ECB6-C759-49DF-BAF4-C48AA3506736}">
      <dgm:prSet/>
      <dgm:spPr/>
      <dgm:t>
        <a:bodyPr/>
        <a:lstStyle/>
        <a:p>
          <a:r>
            <a:rPr lang="en-IN"/>
            <a:t>Role switch freely	❌ NO</a:t>
          </a:r>
          <a:endParaRPr lang="en-US"/>
        </a:p>
      </dgm:t>
    </dgm:pt>
    <dgm:pt modelId="{948E1109-E95D-48FB-9804-A2E778C27B18}" type="parTrans" cxnId="{3C98A1F5-08FB-48AD-BA79-18612343017A}">
      <dgm:prSet/>
      <dgm:spPr/>
      <dgm:t>
        <a:bodyPr/>
        <a:lstStyle/>
        <a:p>
          <a:endParaRPr lang="en-US"/>
        </a:p>
      </dgm:t>
    </dgm:pt>
    <dgm:pt modelId="{F0B313C9-001C-4909-875B-67FC1F21DDF1}" type="sibTrans" cxnId="{3C98A1F5-08FB-48AD-BA79-18612343017A}">
      <dgm:prSet/>
      <dgm:spPr/>
      <dgm:t>
        <a:bodyPr/>
        <a:lstStyle/>
        <a:p>
          <a:endParaRPr lang="en-US"/>
        </a:p>
      </dgm:t>
    </dgm:pt>
    <dgm:pt modelId="{2605C3AF-341A-42C9-A966-694F51DC0354}">
      <dgm:prSet/>
      <dgm:spPr/>
      <dgm:t>
        <a:bodyPr/>
        <a:lstStyle/>
        <a:p>
          <a:r>
            <a:rPr lang="en-IN"/>
            <a:t>Backend role validation	✅ YES</a:t>
          </a:r>
          <a:endParaRPr lang="en-US"/>
        </a:p>
      </dgm:t>
    </dgm:pt>
    <dgm:pt modelId="{C2D5BB62-60C8-42F9-B6EC-75516114ED14}" type="parTrans" cxnId="{F3AA8D85-E8F5-4D86-8126-B9B89F319D21}">
      <dgm:prSet/>
      <dgm:spPr/>
      <dgm:t>
        <a:bodyPr/>
        <a:lstStyle/>
        <a:p>
          <a:endParaRPr lang="en-US"/>
        </a:p>
      </dgm:t>
    </dgm:pt>
    <dgm:pt modelId="{B497FA24-8198-466A-A041-F55CC8D637B9}" type="sibTrans" cxnId="{F3AA8D85-E8F5-4D86-8126-B9B89F319D21}">
      <dgm:prSet/>
      <dgm:spPr/>
      <dgm:t>
        <a:bodyPr/>
        <a:lstStyle/>
        <a:p>
          <a:endParaRPr lang="en-US"/>
        </a:p>
      </dgm:t>
    </dgm:pt>
    <dgm:pt modelId="{8417210C-B35B-48CF-A420-519AEAC1C49F}" type="pres">
      <dgm:prSet presAssocID="{53672B66-741F-47B9-BB47-46BA464DA868}" presName="linear" presStyleCnt="0">
        <dgm:presLayoutVars>
          <dgm:animLvl val="lvl"/>
          <dgm:resizeHandles val="exact"/>
        </dgm:presLayoutVars>
      </dgm:prSet>
      <dgm:spPr/>
    </dgm:pt>
    <dgm:pt modelId="{E0E1314E-BAE0-4BBA-811F-6D55F12F7941}" type="pres">
      <dgm:prSet presAssocID="{FB75ECCF-889C-49AF-9D7D-346ECE7A715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8037BD7-60FC-4601-ABC9-416CF0A6E87D}" type="pres">
      <dgm:prSet presAssocID="{5A52B978-0422-4A51-A49A-E3E9A4350778}" presName="spacer" presStyleCnt="0"/>
      <dgm:spPr/>
    </dgm:pt>
    <dgm:pt modelId="{999643DE-101D-4CD8-99B0-2EE62ED16B34}" type="pres">
      <dgm:prSet presAssocID="{C8D08EA3-D15F-4882-A31B-03CEE5F9E8E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6D15018-A127-4E30-B16D-A4AE905E42C7}" type="pres">
      <dgm:prSet presAssocID="{D45EBB68-E81F-4274-ABF4-8FF6F464F077}" presName="spacer" presStyleCnt="0"/>
      <dgm:spPr/>
    </dgm:pt>
    <dgm:pt modelId="{FD4CC987-61D5-4CF5-B1A9-9511D5267846}" type="pres">
      <dgm:prSet presAssocID="{9850DC6C-E090-4326-AEBB-57C6BAFBB7F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AF49755-DEBE-461A-8A60-676D66D996A0}" type="pres">
      <dgm:prSet presAssocID="{FD0A8E51-BAF9-4BC6-ACDD-C146C0B092A8}" presName="spacer" presStyleCnt="0"/>
      <dgm:spPr/>
    </dgm:pt>
    <dgm:pt modelId="{EDFD96F8-A668-47A5-9EA0-5CA20C4E5ED3}" type="pres">
      <dgm:prSet presAssocID="{957BF2EB-7099-4717-A207-A7305A23355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CCB2C23-6C5B-40CF-94A3-9D8B6ED261F7}" type="pres">
      <dgm:prSet presAssocID="{514BF854-9061-4C40-9AB0-8A654A61BC27}" presName="spacer" presStyleCnt="0"/>
      <dgm:spPr/>
    </dgm:pt>
    <dgm:pt modelId="{ABB8AE95-BE80-4C7A-8BC7-A6938E0DB0C7}" type="pres">
      <dgm:prSet presAssocID="{3582C70A-E665-4E9F-8301-3700DB29845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AAA566B-363D-49DB-81A2-6A13B1647041}" type="pres">
      <dgm:prSet presAssocID="{68A25DAC-6E18-4EA3-B423-6F6AFBE888A3}" presName="spacer" presStyleCnt="0"/>
      <dgm:spPr/>
    </dgm:pt>
    <dgm:pt modelId="{E2E522D9-04DA-4AA9-8724-F011805D9C76}" type="pres">
      <dgm:prSet presAssocID="{3139ECB6-C759-49DF-BAF4-C48AA350673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FFFE085-BEA3-45CF-93B1-485B7D10949B}" type="pres">
      <dgm:prSet presAssocID="{F0B313C9-001C-4909-875B-67FC1F21DDF1}" presName="spacer" presStyleCnt="0"/>
      <dgm:spPr/>
    </dgm:pt>
    <dgm:pt modelId="{E97B1CA1-EECE-411D-9E27-1C4819DB21FD}" type="pres">
      <dgm:prSet presAssocID="{2605C3AF-341A-42C9-A966-694F51DC035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EA1E205-C64F-47C7-BABD-1E766A19F80F}" type="presOf" srcId="{53672B66-741F-47B9-BB47-46BA464DA868}" destId="{8417210C-B35B-48CF-A420-519AEAC1C49F}" srcOrd="0" destOrd="0" presId="urn:microsoft.com/office/officeart/2005/8/layout/vList2"/>
    <dgm:cxn modelId="{5FA6A109-BA6A-4554-97B1-E8B50C7EEC27}" srcId="{53672B66-741F-47B9-BB47-46BA464DA868}" destId="{FB75ECCF-889C-49AF-9D7D-346ECE7A7156}" srcOrd="0" destOrd="0" parTransId="{CC7513A5-25BE-4ECE-AF26-5CDAC30E9569}" sibTransId="{5A52B978-0422-4A51-A49A-E3E9A4350778}"/>
    <dgm:cxn modelId="{372B5F2D-EC0E-4FD7-AD9F-6B319624A4C3}" type="presOf" srcId="{3582C70A-E665-4E9F-8301-3700DB298450}" destId="{ABB8AE95-BE80-4C7A-8BC7-A6938E0DB0C7}" srcOrd="0" destOrd="0" presId="urn:microsoft.com/office/officeart/2005/8/layout/vList2"/>
    <dgm:cxn modelId="{A7852944-EC14-43B4-A56C-A9804E9FA2FB}" type="presOf" srcId="{957BF2EB-7099-4717-A207-A7305A23355C}" destId="{EDFD96F8-A668-47A5-9EA0-5CA20C4E5ED3}" srcOrd="0" destOrd="0" presId="urn:microsoft.com/office/officeart/2005/8/layout/vList2"/>
    <dgm:cxn modelId="{6805D14A-0602-4DCD-8D2F-3A5302AC1C7E}" srcId="{53672B66-741F-47B9-BB47-46BA464DA868}" destId="{C8D08EA3-D15F-4882-A31B-03CEE5F9E8E0}" srcOrd="1" destOrd="0" parTransId="{9EFEF19C-436D-442E-9375-9183D42161CA}" sibTransId="{D45EBB68-E81F-4274-ABF4-8FF6F464F077}"/>
    <dgm:cxn modelId="{6382DA51-B855-4FD2-BD6F-EE43CFD29FE6}" type="presOf" srcId="{9850DC6C-E090-4326-AEBB-57C6BAFBB7F6}" destId="{FD4CC987-61D5-4CF5-B1A9-9511D5267846}" srcOrd="0" destOrd="0" presId="urn:microsoft.com/office/officeart/2005/8/layout/vList2"/>
    <dgm:cxn modelId="{F597A381-5636-47D5-9543-8A523DB4F013}" type="presOf" srcId="{2605C3AF-341A-42C9-A966-694F51DC0354}" destId="{E97B1CA1-EECE-411D-9E27-1C4819DB21FD}" srcOrd="0" destOrd="0" presId="urn:microsoft.com/office/officeart/2005/8/layout/vList2"/>
    <dgm:cxn modelId="{F3AA8D85-E8F5-4D86-8126-B9B89F319D21}" srcId="{53672B66-741F-47B9-BB47-46BA464DA868}" destId="{2605C3AF-341A-42C9-A966-694F51DC0354}" srcOrd="6" destOrd="0" parTransId="{C2D5BB62-60C8-42F9-B6EC-75516114ED14}" sibTransId="{B497FA24-8198-466A-A041-F55CC8D637B9}"/>
    <dgm:cxn modelId="{FAB7AE8B-AA96-4822-A8C5-8D17B3A4928D}" type="presOf" srcId="{3139ECB6-C759-49DF-BAF4-C48AA3506736}" destId="{E2E522D9-04DA-4AA9-8724-F011805D9C76}" srcOrd="0" destOrd="0" presId="urn:microsoft.com/office/officeart/2005/8/layout/vList2"/>
    <dgm:cxn modelId="{FB6F258D-F951-4545-93B7-5C78AC44FC13}" srcId="{53672B66-741F-47B9-BB47-46BA464DA868}" destId="{9850DC6C-E090-4326-AEBB-57C6BAFBB7F6}" srcOrd="2" destOrd="0" parTransId="{07408431-C354-42A6-BD56-F93C0024B779}" sibTransId="{FD0A8E51-BAF9-4BC6-ACDD-C146C0B092A8}"/>
    <dgm:cxn modelId="{0BEE78D4-4E44-469B-B7FF-0E0678C6737F}" srcId="{53672B66-741F-47B9-BB47-46BA464DA868}" destId="{3582C70A-E665-4E9F-8301-3700DB298450}" srcOrd="4" destOrd="0" parTransId="{4EF5291F-2786-4333-A599-E5F2F62FAC38}" sibTransId="{68A25DAC-6E18-4EA3-B423-6F6AFBE888A3}"/>
    <dgm:cxn modelId="{65E3C7DA-8B2D-4BC0-8610-287FB0078177}" srcId="{53672B66-741F-47B9-BB47-46BA464DA868}" destId="{957BF2EB-7099-4717-A207-A7305A23355C}" srcOrd="3" destOrd="0" parTransId="{143C74DF-8593-42C8-9619-3EA3C1D6F2BB}" sibTransId="{514BF854-9061-4C40-9AB0-8A654A61BC27}"/>
    <dgm:cxn modelId="{4E4494E1-743A-42EB-95EF-F70A033B18C6}" type="presOf" srcId="{C8D08EA3-D15F-4882-A31B-03CEE5F9E8E0}" destId="{999643DE-101D-4CD8-99B0-2EE62ED16B34}" srcOrd="0" destOrd="0" presId="urn:microsoft.com/office/officeart/2005/8/layout/vList2"/>
    <dgm:cxn modelId="{A86437ED-74B3-4CFA-A310-EF657C8BACE1}" type="presOf" srcId="{FB75ECCF-889C-49AF-9D7D-346ECE7A7156}" destId="{E0E1314E-BAE0-4BBA-811F-6D55F12F7941}" srcOrd="0" destOrd="0" presId="urn:microsoft.com/office/officeart/2005/8/layout/vList2"/>
    <dgm:cxn modelId="{3C98A1F5-08FB-48AD-BA79-18612343017A}" srcId="{53672B66-741F-47B9-BB47-46BA464DA868}" destId="{3139ECB6-C759-49DF-BAF4-C48AA3506736}" srcOrd="5" destOrd="0" parTransId="{948E1109-E95D-48FB-9804-A2E778C27B18}" sibTransId="{F0B313C9-001C-4909-875B-67FC1F21DDF1}"/>
    <dgm:cxn modelId="{4C0AC6C5-D465-45B0-835C-A8D8F73C53E7}" type="presParOf" srcId="{8417210C-B35B-48CF-A420-519AEAC1C49F}" destId="{E0E1314E-BAE0-4BBA-811F-6D55F12F7941}" srcOrd="0" destOrd="0" presId="urn:microsoft.com/office/officeart/2005/8/layout/vList2"/>
    <dgm:cxn modelId="{C0729B2E-2085-40C1-BBDE-EE13A2D159B1}" type="presParOf" srcId="{8417210C-B35B-48CF-A420-519AEAC1C49F}" destId="{C8037BD7-60FC-4601-ABC9-416CF0A6E87D}" srcOrd="1" destOrd="0" presId="urn:microsoft.com/office/officeart/2005/8/layout/vList2"/>
    <dgm:cxn modelId="{607C4C82-491C-41C4-BF22-55B35FE8899F}" type="presParOf" srcId="{8417210C-B35B-48CF-A420-519AEAC1C49F}" destId="{999643DE-101D-4CD8-99B0-2EE62ED16B34}" srcOrd="2" destOrd="0" presId="urn:microsoft.com/office/officeart/2005/8/layout/vList2"/>
    <dgm:cxn modelId="{11213FC5-2854-4199-8C6F-AB3D874CF480}" type="presParOf" srcId="{8417210C-B35B-48CF-A420-519AEAC1C49F}" destId="{46D15018-A127-4E30-B16D-A4AE905E42C7}" srcOrd="3" destOrd="0" presId="urn:microsoft.com/office/officeart/2005/8/layout/vList2"/>
    <dgm:cxn modelId="{35D8F2E7-753E-4F7C-BD92-A9979CDA0BE2}" type="presParOf" srcId="{8417210C-B35B-48CF-A420-519AEAC1C49F}" destId="{FD4CC987-61D5-4CF5-B1A9-9511D5267846}" srcOrd="4" destOrd="0" presId="urn:microsoft.com/office/officeart/2005/8/layout/vList2"/>
    <dgm:cxn modelId="{D31BBE30-8B72-4CD3-AA4D-9296DB5A8737}" type="presParOf" srcId="{8417210C-B35B-48CF-A420-519AEAC1C49F}" destId="{CAF49755-DEBE-461A-8A60-676D66D996A0}" srcOrd="5" destOrd="0" presId="urn:microsoft.com/office/officeart/2005/8/layout/vList2"/>
    <dgm:cxn modelId="{AEE05AEE-5D92-4A83-9C33-11902901C4EC}" type="presParOf" srcId="{8417210C-B35B-48CF-A420-519AEAC1C49F}" destId="{EDFD96F8-A668-47A5-9EA0-5CA20C4E5ED3}" srcOrd="6" destOrd="0" presId="urn:microsoft.com/office/officeart/2005/8/layout/vList2"/>
    <dgm:cxn modelId="{7787D99D-D38A-48C5-8252-F41F72036720}" type="presParOf" srcId="{8417210C-B35B-48CF-A420-519AEAC1C49F}" destId="{ACCB2C23-6C5B-40CF-94A3-9D8B6ED261F7}" srcOrd="7" destOrd="0" presId="urn:microsoft.com/office/officeart/2005/8/layout/vList2"/>
    <dgm:cxn modelId="{B73AF0D6-BBBD-4CE1-84BE-48A63E2CC210}" type="presParOf" srcId="{8417210C-B35B-48CF-A420-519AEAC1C49F}" destId="{ABB8AE95-BE80-4C7A-8BC7-A6938E0DB0C7}" srcOrd="8" destOrd="0" presId="urn:microsoft.com/office/officeart/2005/8/layout/vList2"/>
    <dgm:cxn modelId="{C18A64B9-E88E-4135-BD69-D21A83A14D65}" type="presParOf" srcId="{8417210C-B35B-48CF-A420-519AEAC1C49F}" destId="{5AAA566B-363D-49DB-81A2-6A13B1647041}" srcOrd="9" destOrd="0" presId="urn:microsoft.com/office/officeart/2005/8/layout/vList2"/>
    <dgm:cxn modelId="{96C492A2-0743-4CF5-84DB-33D3D710FCA6}" type="presParOf" srcId="{8417210C-B35B-48CF-A420-519AEAC1C49F}" destId="{E2E522D9-04DA-4AA9-8724-F011805D9C76}" srcOrd="10" destOrd="0" presId="urn:microsoft.com/office/officeart/2005/8/layout/vList2"/>
    <dgm:cxn modelId="{65AAD92F-4C06-45BF-9C24-00C9F08BBDEF}" type="presParOf" srcId="{8417210C-B35B-48CF-A420-519AEAC1C49F}" destId="{0FFFE085-BEA3-45CF-93B1-485B7D10949B}" srcOrd="11" destOrd="0" presId="urn:microsoft.com/office/officeart/2005/8/layout/vList2"/>
    <dgm:cxn modelId="{F298F92F-399D-4EAC-96CA-46C9EA7D70B3}" type="presParOf" srcId="{8417210C-B35B-48CF-A420-519AEAC1C49F}" destId="{E97B1CA1-EECE-411D-9E27-1C4819DB21F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EDA8FD-6987-45C9-9559-CDD644A25F1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537409-40E3-4327-A64B-8C42D8599D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First experience is smooth</a:t>
          </a:r>
        </a:p>
      </dgm:t>
    </dgm:pt>
    <dgm:pt modelId="{D2C5BEC0-D634-4DE9-9891-EEFDA1B99CE5}" type="parTrans" cxnId="{B815E413-A656-4C38-A255-A871CFC8D18E}">
      <dgm:prSet/>
      <dgm:spPr/>
      <dgm:t>
        <a:bodyPr/>
        <a:lstStyle/>
        <a:p>
          <a:endParaRPr lang="en-US"/>
        </a:p>
      </dgm:t>
    </dgm:pt>
    <dgm:pt modelId="{A87DCB84-3025-434C-996B-FD6480657C94}" type="sibTrans" cxnId="{B815E413-A656-4C38-A255-A871CFC8D18E}">
      <dgm:prSet/>
      <dgm:spPr/>
      <dgm:t>
        <a:bodyPr/>
        <a:lstStyle/>
        <a:p>
          <a:endParaRPr lang="en-US"/>
        </a:p>
      </dgm:t>
    </dgm:pt>
    <dgm:pt modelId="{710B39E3-9723-4F70-B019-C524228105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 solves real problems</a:t>
          </a:r>
        </a:p>
      </dgm:t>
    </dgm:pt>
    <dgm:pt modelId="{04880526-9664-4B91-81FB-4C7624B8A63A}" type="parTrans" cxnId="{BC9B072D-B264-4E20-A253-204BA2C12A32}">
      <dgm:prSet/>
      <dgm:spPr/>
      <dgm:t>
        <a:bodyPr/>
        <a:lstStyle/>
        <a:p>
          <a:endParaRPr lang="en-US"/>
        </a:p>
      </dgm:t>
    </dgm:pt>
    <dgm:pt modelId="{20DB0498-2F30-4A32-B741-2CE0C145C83C}" type="sibTrans" cxnId="{BC9B072D-B264-4E20-A253-204BA2C12A32}">
      <dgm:prSet/>
      <dgm:spPr/>
      <dgm:t>
        <a:bodyPr/>
        <a:lstStyle/>
        <a:p>
          <a:endParaRPr lang="en-US"/>
        </a:p>
      </dgm:t>
    </dgm:pt>
    <dgm:pt modelId="{AEAFF8CA-7346-4F60-A1CD-3087FF3AB9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Commission is fair</a:t>
          </a:r>
        </a:p>
      </dgm:t>
    </dgm:pt>
    <dgm:pt modelId="{C29DF9B3-DD1A-495A-A6A5-FE1171C09BF1}" type="parTrans" cxnId="{B6E59561-B999-4E9F-99D7-A2E6B2716F53}">
      <dgm:prSet/>
      <dgm:spPr/>
      <dgm:t>
        <a:bodyPr/>
        <a:lstStyle/>
        <a:p>
          <a:endParaRPr lang="en-US"/>
        </a:p>
      </dgm:t>
    </dgm:pt>
    <dgm:pt modelId="{0BEE0486-CE23-4CA1-9B8F-1F846FBFD7F9}" type="sibTrans" cxnId="{B6E59561-B999-4E9F-99D7-A2E6B2716F53}">
      <dgm:prSet/>
      <dgm:spPr/>
      <dgm:t>
        <a:bodyPr/>
        <a:lstStyle/>
        <a:p>
          <a:endParaRPr lang="en-US"/>
        </a:p>
      </dgm:t>
    </dgm:pt>
    <dgm:pt modelId="{66D38A2A-D6DE-4D91-BD0F-6514BF67834C}" type="pres">
      <dgm:prSet presAssocID="{27EDA8FD-6987-45C9-9559-CDD644A25F1E}" presName="root" presStyleCnt="0">
        <dgm:presLayoutVars>
          <dgm:dir/>
          <dgm:resizeHandles val="exact"/>
        </dgm:presLayoutVars>
      </dgm:prSet>
      <dgm:spPr/>
    </dgm:pt>
    <dgm:pt modelId="{21495E9D-ADB0-4EC0-9255-CCB27A329E9D}" type="pres">
      <dgm:prSet presAssocID="{01537409-40E3-4327-A64B-8C42D8599DEF}" presName="compNode" presStyleCnt="0"/>
      <dgm:spPr/>
    </dgm:pt>
    <dgm:pt modelId="{90ED30D3-34EA-46BD-A588-7A90F1E46E13}" type="pres">
      <dgm:prSet presAssocID="{01537409-40E3-4327-A64B-8C42D8599D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8A81BFE-E7FE-447D-A848-EE80FF11F7E5}" type="pres">
      <dgm:prSet presAssocID="{01537409-40E3-4327-A64B-8C42D8599DEF}" presName="spaceRect" presStyleCnt="0"/>
      <dgm:spPr/>
    </dgm:pt>
    <dgm:pt modelId="{F8117769-C0F6-499E-91B1-FF0F280D14BD}" type="pres">
      <dgm:prSet presAssocID="{01537409-40E3-4327-A64B-8C42D8599DEF}" presName="textRect" presStyleLbl="revTx" presStyleIdx="0" presStyleCnt="3">
        <dgm:presLayoutVars>
          <dgm:chMax val="1"/>
          <dgm:chPref val="1"/>
        </dgm:presLayoutVars>
      </dgm:prSet>
      <dgm:spPr/>
    </dgm:pt>
    <dgm:pt modelId="{23D1846B-4F66-4921-943C-B2C77619668E}" type="pres">
      <dgm:prSet presAssocID="{A87DCB84-3025-434C-996B-FD6480657C94}" presName="sibTrans" presStyleCnt="0"/>
      <dgm:spPr/>
    </dgm:pt>
    <dgm:pt modelId="{F83B8D31-9975-4ADC-A480-28BE1F923EAB}" type="pres">
      <dgm:prSet presAssocID="{710B39E3-9723-4F70-B019-C52422810592}" presName="compNode" presStyleCnt="0"/>
      <dgm:spPr/>
    </dgm:pt>
    <dgm:pt modelId="{24DE5A87-88E7-409D-BCE3-A38BD4F84F15}" type="pres">
      <dgm:prSet presAssocID="{710B39E3-9723-4F70-B019-C5242281059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CD12C22-F17A-435B-9933-E5288DED04B3}" type="pres">
      <dgm:prSet presAssocID="{710B39E3-9723-4F70-B019-C52422810592}" presName="spaceRect" presStyleCnt="0"/>
      <dgm:spPr/>
    </dgm:pt>
    <dgm:pt modelId="{CE450D3F-2F44-45E1-8530-815CBFAEE33A}" type="pres">
      <dgm:prSet presAssocID="{710B39E3-9723-4F70-B019-C52422810592}" presName="textRect" presStyleLbl="revTx" presStyleIdx="1" presStyleCnt="3">
        <dgm:presLayoutVars>
          <dgm:chMax val="1"/>
          <dgm:chPref val="1"/>
        </dgm:presLayoutVars>
      </dgm:prSet>
      <dgm:spPr/>
    </dgm:pt>
    <dgm:pt modelId="{BA19F745-5B0F-4452-A41D-17823ECFECC3}" type="pres">
      <dgm:prSet presAssocID="{20DB0498-2F30-4A32-B741-2CE0C145C83C}" presName="sibTrans" presStyleCnt="0"/>
      <dgm:spPr/>
    </dgm:pt>
    <dgm:pt modelId="{5CF4C495-22A5-40C4-8831-AAF889FD59A3}" type="pres">
      <dgm:prSet presAssocID="{AEAFF8CA-7346-4F60-A1CD-3087FF3AB933}" presName="compNode" presStyleCnt="0"/>
      <dgm:spPr/>
    </dgm:pt>
    <dgm:pt modelId="{B7ED3FDA-43E8-4024-AF15-29A1F2CC77BB}" type="pres">
      <dgm:prSet presAssocID="{AEAFF8CA-7346-4F60-A1CD-3087FF3AB9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02A2FBA8-B4C5-4566-88E1-6B3E6AC75A7C}" type="pres">
      <dgm:prSet presAssocID="{AEAFF8CA-7346-4F60-A1CD-3087FF3AB933}" presName="spaceRect" presStyleCnt="0"/>
      <dgm:spPr/>
    </dgm:pt>
    <dgm:pt modelId="{DCC1F6B3-F39E-442F-B6BB-57795BD36B86}" type="pres">
      <dgm:prSet presAssocID="{AEAFF8CA-7346-4F60-A1CD-3087FF3AB93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0799501-C25F-4EF9-8C14-B57499B6628E}" type="presOf" srcId="{01537409-40E3-4327-A64B-8C42D8599DEF}" destId="{F8117769-C0F6-499E-91B1-FF0F280D14BD}" srcOrd="0" destOrd="0" presId="urn:microsoft.com/office/officeart/2018/2/layout/IconLabelList"/>
    <dgm:cxn modelId="{B815E413-A656-4C38-A255-A871CFC8D18E}" srcId="{27EDA8FD-6987-45C9-9559-CDD644A25F1E}" destId="{01537409-40E3-4327-A64B-8C42D8599DEF}" srcOrd="0" destOrd="0" parTransId="{D2C5BEC0-D634-4DE9-9891-EEFDA1B99CE5}" sibTransId="{A87DCB84-3025-434C-996B-FD6480657C94}"/>
    <dgm:cxn modelId="{BC9B072D-B264-4E20-A253-204BA2C12A32}" srcId="{27EDA8FD-6987-45C9-9559-CDD644A25F1E}" destId="{710B39E3-9723-4F70-B019-C52422810592}" srcOrd="1" destOrd="0" parTransId="{04880526-9664-4B91-81FB-4C7624B8A63A}" sibTransId="{20DB0498-2F30-4A32-B741-2CE0C145C83C}"/>
    <dgm:cxn modelId="{B6E59561-B999-4E9F-99D7-A2E6B2716F53}" srcId="{27EDA8FD-6987-45C9-9559-CDD644A25F1E}" destId="{AEAFF8CA-7346-4F60-A1CD-3087FF3AB933}" srcOrd="2" destOrd="0" parTransId="{C29DF9B3-DD1A-495A-A6A5-FE1171C09BF1}" sibTransId="{0BEE0486-CE23-4CA1-9B8F-1F846FBFD7F9}"/>
    <dgm:cxn modelId="{0BC05959-C04B-417D-95C4-8D94F2B335E6}" type="presOf" srcId="{AEAFF8CA-7346-4F60-A1CD-3087FF3AB933}" destId="{DCC1F6B3-F39E-442F-B6BB-57795BD36B86}" srcOrd="0" destOrd="0" presId="urn:microsoft.com/office/officeart/2018/2/layout/IconLabelList"/>
    <dgm:cxn modelId="{D584DCB0-1873-42ED-A0D5-D2B3C40C52A7}" type="presOf" srcId="{710B39E3-9723-4F70-B019-C52422810592}" destId="{CE450D3F-2F44-45E1-8530-815CBFAEE33A}" srcOrd="0" destOrd="0" presId="urn:microsoft.com/office/officeart/2018/2/layout/IconLabelList"/>
    <dgm:cxn modelId="{BBEC95F8-6E81-4A0B-87B4-13BF939B19F3}" type="presOf" srcId="{27EDA8FD-6987-45C9-9559-CDD644A25F1E}" destId="{66D38A2A-D6DE-4D91-BD0F-6514BF67834C}" srcOrd="0" destOrd="0" presId="urn:microsoft.com/office/officeart/2018/2/layout/IconLabelList"/>
    <dgm:cxn modelId="{A815D875-AF4E-40C5-9CDB-084F16447E2E}" type="presParOf" srcId="{66D38A2A-D6DE-4D91-BD0F-6514BF67834C}" destId="{21495E9D-ADB0-4EC0-9255-CCB27A329E9D}" srcOrd="0" destOrd="0" presId="urn:microsoft.com/office/officeart/2018/2/layout/IconLabelList"/>
    <dgm:cxn modelId="{DE8F88EC-4C93-4620-89D8-88038868DB08}" type="presParOf" srcId="{21495E9D-ADB0-4EC0-9255-CCB27A329E9D}" destId="{90ED30D3-34EA-46BD-A588-7A90F1E46E13}" srcOrd="0" destOrd="0" presId="urn:microsoft.com/office/officeart/2018/2/layout/IconLabelList"/>
    <dgm:cxn modelId="{6235663D-63CC-4811-BBBD-376ACF444A52}" type="presParOf" srcId="{21495E9D-ADB0-4EC0-9255-CCB27A329E9D}" destId="{F8A81BFE-E7FE-447D-A848-EE80FF11F7E5}" srcOrd="1" destOrd="0" presId="urn:microsoft.com/office/officeart/2018/2/layout/IconLabelList"/>
    <dgm:cxn modelId="{741505B9-D1A9-4002-969C-453BF0C33BBE}" type="presParOf" srcId="{21495E9D-ADB0-4EC0-9255-CCB27A329E9D}" destId="{F8117769-C0F6-499E-91B1-FF0F280D14BD}" srcOrd="2" destOrd="0" presId="urn:microsoft.com/office/officeart/2018/2/layout/IconLabelList"/>
    <dgm:cxn modelId="{0737A80C-0BEB-4BBB-8F53-7DE28D5E0FE5}" type="presParOf" srcId="{66D38A2A-D6DE-4D91-BD0F-6514BF67834C}" destId="{23D1846B-4F66-4921-943C-B2C77619668E}" srcOrd="1" destOrd="0" presId="urn:microsoft.com/office/officeart/2018/2/layout/IconLabelList"/>
    <dgm:cxn modelId="{36FBD0E6-5CC2-4E32-A8FD-B1EBA4E8367F}" type="presParOf" srcId="{66D38A2A-D6DE-4D91-BD0F-6514BF67834C}" destId="{F83B8D31-9975-4ADC-A480-28BE1F923EAB}" srcOrd="2" destOrd="0" presId="urn:microsoft.com/office/officeart/2018/2/layout/IconLabelList"/>
    <dgm:cxn modelId="{1F34429E-11DF-46F0-9B27-EB995E204F4D}" type="presParOf" srcId="{F83B8D31-9975-4ADC-A480-28BE1F923EAB}" destId="{24DE5A87-88E7-409D-BCE3-A38BD4F84F15}" srcOrd="0" destOrd="0" presId="urn:microsoft.com/office/officeart/2018/2/layout/IconLabelList"/>
    <dgm:cxn modelId="{8BA1271E-4619-453B-96F9-60150E8CA7EA}" type="presParOf" srcId="{F83B8D31-9975-4ADC-A480-28BE1F923EAB}" destId="{DCD12C22-F17A-435B-9933-E5288DED04B3}" srcOrd="1" destOrd="0" presId="urn:microsoft.com/office/officeart/2018/2/layout/IconLabelList"/>
    <dgm:cxn modelId="{720527EB-4BED-44D8-A75C-9B8373E7A513}" type="presParOf" srcId="{F83B8D31-9975-4ADC-A480-28BE1F923EAB}" destId="{CE450D3F-2F44-45E1-8530-815CBFAEE33A}" srcOrd="2" destOrd="0" presId="urn:microsoft.com/office/officeart/2018/2/layout/IconLabelList"/>
    <dgm:cxn modelId="{B3D8A297-8916-4126-82F7-962B07E61DA7}" type="presParOf" srcId="{66D38A2A-D6DE-4D91-BD0F-6514BF67834C}" destId="{BA19F745-5B0F-4452-A41D-17823ECFECC3}" srcOrd="3" destOrd="0" presId="urn:microsoft.com/office/officeart/2018/2/layout/IconLabelList"/>
    <dgm:cxn modelId="{B50BC04C-107D-4749-95CB-FB21458DD7FE}" type="presParOf" srcId="{66D38A2A-D6DE-4D91-BD0F-6514BF67834C}" destId="{5CF4C495-22A5-40C4-8831-AAF889FD59A3}" srcOrd="4" destOrd="0" presId="urn:microsoft.com/office/officeart/2018/2/layout/IconLabelList"/>
    <dgm:cxn modelId="{314127AA-8C82-415B-BD61-5A4362DD0B62}" type="presParOf" srcId="{5CF4C495-22A5-40C4-8831-AAF889FD59A3}" destId="{B7ED3FDA-43E8-4024-AF15-29A1F2CC77BB}" srcOrd="0" destOrd="0" presId="urn:microsoft.com/office/officeart/2018/2/layout/IconLabelList"/>
    <dgm:cxn modelId="{E6C0D672-0AA2-4921-8172-12B8176D0936}" type="presParOf" srcId="{5CF4C495-22A5-40C4-8831-AAF889FD59A3}" destId="{02A2FBA8-B4C5-4566-88E1-6B3E6AC75A7C}" srcOrd="1" destOrd="0" presId="urn:microsoft.com/office/officeart/2018/2/layout/IconLabelList"/>
    <dgm:cxn modelId="{5D47E588-6FA2-4F3D-8544-0D4C57C695C5}" type="presParOf" srcId="{5CF4C495-22A5-40C4-8831-AAF889FD59A3}" destId="{DCC1F6B3-F39E-442F-B6BB-57795BD36B8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E1314E-BAE0-4BBA-811F-6D55F12F7941}">
      <dsp:nvSpPr>
        <dsp:cNvPr id="0" name=""/>
        <dsp:cNvSpPr/>
      </dsp:nvSpPr>
      <dsp:spPr>
        <a:xfrm>
          <a:off x="0" y="236599"/>
          <a:ext cx="6172199" cy="5743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SIMPLE DECISION TABLE (BEGINNER-FRIENDLY)</a:t>
          </a:r>
          <a:endParaRPr lang="en-US" sz="2200" kern="1200"/>
        </a:p>
      </dsp:txBody>
      <dsp:txXfrm>
        <a:off x="28036" y="264635"/>
        <a:ext cx="6116127" cy="518251"/>
      </dsp:txXfrm>
    </dsp:sp>
    <dsp:sp modelId="{999643DE-101D-4CD8-99B0-2EE62ED16B34}">
      <dsp:nvSpPr>
        <dsp:cNvPr id="0" name=""/>
        <dsp:cNvSpPr/>
      </dsp:nvSpPr>
      <dsp:spPr>
        <a:xfrm>
          <a:off x="0" y="874283"/>
          <a:ext cx="6172199" cy="5743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Option			Recommended</a:t>
          </a:r>
          <a:endParaRPr lang="en-US" sz="2200" kern="1200" dirty="0"/>
        </a:p>
      </dsp:txBody>
      <dsp:txXfrm>
        <a:off x="28036" y="902319"/>
        <a:ext cx="6116127" cy="518251"/>
      </dsp:txXfrm>
    </dsp:sp>
    <dsp:sp modelId="{FD4CC987-61D5-4CF5-B1A9-9511D5267846}">
      <dsp:nvSpPr>
        <dsp:cNvPr id="0" name=""/>
        <dsp:cNvSpPr/>
      </dsp:nvSpPr>
      <dsp:spPr>
        <a:xfrm>
          <a:off x="0" y="1511966"/>
          <a:ext cx="6172199" cy="5743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One app, two roles	✅ YES</a:t>
          </a:r>
          <a:endParaRPr lang="en-US" sz="2200" kern="1200"/>
        </a:p>
      </dsp:txBody>
      <dsp:txXfrm>
        <a:off x="28036" y="1540002"/>
        <a:ext cx="6116127" cy="518251"/>
      </dsp:txXfrm>
    </dsp:sp>
    <dsp:sp modelId="{EDFD96F8-A668-47A5-9EA0-5CA20C4E5ED3}">
      <dsp:nvSpPr>
        <dsp:cNvPr id="0" name=""/>
        <dsp:cNvSpPr/>
      </dsp:nvSpPr>
      <dsp:spPr>
        <a:xfrm>
          <a:off x="0" y="2149650"/>
          <a:ext cx="6172199" cy="5743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Two mobile apps now	❌ NO</a:t>
          </a:r>
          <a:endParaRPr lang="en-US" sz="2200" kern="1200"/>
        </a:p>
      </dsp:txBody>
      <dsp:txXfrm>
        <a:off x="28036" y="2177686"/>
        <a:ext cx="6116127" cy="518251"/>
      </dsp:txXfrm>
    </dsp:sp>
    <dsp:sp modelId="{ABB8AE95-BE80-4C7A-8BC7-A6938E0DB0C7}">
      <dsp:nvSpPr>
        <dsp:cNvPr id="0" name=""/>
        <dsp:cNvSpPr/>
      </dsp:nvSpPr>
      <dsp:spPr>
        <a:xfrm>
          <a:off x="0" y="2787334"/>
          <a:ext cx="6172199" cy="5743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Role decided at signup	✅ YES</a:t>
          </a:r>
          <a:endParaRPr lang="en-US" sz="2200" kern="1200"/>
        </a:p>
      </dsp:txBody>
      <dsp:txXfrm>
        <a:off x="28036" y="2815370"/>
        <a:ext cx="6116127" cy="518251"/>
      </dsp:txXfrm>
    </dsp:sp>
    <dsp:sp modelId="{E2E522D9-04DA-4AA9-8724-F011805D9C76}">
      <dsp:nvSpPr>
        <dsp:cNvPr id="0" name=""/>
        <dsp:cNvSpPr/>
      </dsp:nvSpPr>
      <dsp:spPr>
        <a:xfrm>
          <a:off x="0" y="3425018"/>
          <a:ext cx="6172199" cy="5743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Role switch freely	❌ NO</a:t>
          </a:r>
          <a:endParaRPr lang="en-US" sz="2200" kern="1200"/>
        </a:p>
      </dsp:txBody>
      <dsp:txXfrm>
        <a:off x="28036" y="3453054"/>
        <a:ext cx="6116127" cy="518251"/>
      </dsp:txXfrm>
    </dsp:sp>
    <dsp:sp modelId="{E97B1CA1-EECE-411D-9E27-1C4819DB21FD}">
      <dsp:nvSpPr>
        <dsp:cNvPr id="0" name=""/>
        <dsp:cNvSpPr/>
      </dsp:nvSpPr>
      <dsp:spPr>
        <a:xfrm>
          <a:off x="0" y="4062701"/>
          <a:ext cx="6172199" cy="5743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Backend role validation	✅ YES</a:t>
          </a:r>
          <a:endParaRPr lang="en-US" sz="2200" kern="1200"/>
        </a:p>
      </dsp:txBody>
      <dsp:txXfrm>
        <a:off x="28036" y="4090737"/>
        <a:ext cx="6116127" cy="5182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D30D3-34EA-46BD-A588-7A90F1E46E13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17769-C0F6-499E-91B1-FF0F280D14BD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First experience is smooth</a:t>
          </a:r>
        </a:p>
      </dsp:txBody>
      <dsp:txXfrm>
        <a:off x="417971" y="2644140"/>
        <a:ext cx="2889450" cy="720000"/>
      </dsp:txXfrm>
    </dsp:sp>
    <dsp:sp modelId="{24DE5A87-88E7-409D-BCE3-A38BD4F84F15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50D3F-2F44-45E1-8530-815CBFAEE33A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App solves real problems</a:t>
          </a:r>
        </a:p>
      </dsp:txBody>
      <dsp:txXfrm>
        <a:off x="3813075" y="2644140"/>
        <a:ext cx="2889450" cy="720000"/>
      </dsp:txXfrm>
    </dsp:sp>
    <dsp:sp modelId="{B7ED3FDA-43E8-4024-AF15-29A1F2CC77BB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1F6B3-F39E-442F-B6BB-57795BD36B86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Commission is fair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7780-84FB-288C-43F6-47FF1D6D1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4C0DC-D2DA-6953-6F17-EFABFD81C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579D0-1365-E4E8-3DD5-04B62EB4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ED1B7-37CF-911B-9FF7-265E0AF4E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59202-E88D-266A-BACE-3ECD65DE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88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9302-13DE-4873-2181-977F403A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30740-94BF-22EC-DEA2-5642D62D3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8B482-C29F-11C7-6EE7-6121FE1C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EEC28-D77A-C29C-374C-FEB62532B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97B4-805A-23DA-F2F1-5DDF77BD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82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DDBF-13FD-C931-7F7E-A958D628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07B87-6CB0-004E-6EA2-BF4C69351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4B9A7-ECFF-15AA-9AD2-3692E063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A2CC-468C-5858-896D-302F9003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A229A-DEBB-333B-D503-7D27CE92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F9E3-757D-3C72-E892-F3AF3167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6CED9-914A-7703-77A3-B07491D3E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F093F-5238-DACB-7E83-7B6B1E171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5876B-33F7-7C91-56DB-F93BDADB9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190D0-9F06-4686-2089-5AB6AFD4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58052-0205-D535-2C06-B0C2A69D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5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9C69-187C-3DDF-0512-1C498F6C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1EF0A-A009-F984-9B7C-B39CE2451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2D4F7-6FCA-E787-BA92-9DE1C3E11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4FE60-60C5-2065-216D-101F37B1D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871177-B3F1-6DD1-E150-60322A6B3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F4EDA-E814-AD43-EFB5-0BC1A430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DA8EB3-74E9-E053-CD17-F8A00761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D5D72-DD9E-E978-62FD-590BBB63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74A7-6135-F457-B4B7-C6B2BF21E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817B5-1BA3-5056-98FA-6C83E034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D60A-E356-6FDF-3A3D-85110978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887E5-31B3-B79A-3772-083FF591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06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595EE-2486-00FE-97EE-1315A7EC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24A9D-E2A5-DAD1-666B-782DD44A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E73F4-4A26-46F2-0326-06260485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80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4B1B4-F898-E339-0BA7-1E4A47D1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52EF-4119-D0D5-EED4-55C92027D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D84AC-B4EF-DF75-17F5-368D3D1C3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FECB5-7BFB-498D-E409-E22C7CAD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6D2C3-0A27-0A9E-4709-2F76F4F8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3489B-A714-D6B8-5F57-051EFECE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16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2D36E-00B1-C161-37C5-154AEAA0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C27FB-CD33-3C8E-D742-DEE4CBB6C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44214-E722-922D-2154-9880D9A8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479CC-898A-138E-C2F3-1D6127B7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EB419-876D-F75B-C07C-46B63159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EC52B-00DC-BF49-37CB-AD02CD564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77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839B-32D3-6729-8BF7-6804D9B89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DCE84-25EB-0C65-CB03-C1D498248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EA6E3-2F2C-AFD1-4D37-F41B7630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BB0DA-C68D-434B-8B1B-72AB100D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F949B-048D-ABE0-7728-DA58A5EB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1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FA43F5-D238-8912-3D20-B789682FF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C8391-24AD-C32A-E033-9EACC2526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FE800-837D-FA35-875B-D0E3AF63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B4BDF-54E8-9FAC-FE48-13E757D7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AE4F6-9C9C-4863-2CFF-B6C5409A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4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74109-9162-E9BB-31B4-108F44EA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8E2D2-FFFC-EBC9-7E9B-C9C299C5B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6D037-7486-0CFE-F180-7F67FE36A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219DA-691E-4F86-8AD6-88DEBABD6AE5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54B3A-4AE7-424D-276B-719031F03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1EF28-3F88-F210-4147-8AD0E92C3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E5D54-2EB3-4288-BF54-BDBC486E2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75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with question marks">
            <a:extLst>
              <a:ext uri="{FF2B5EF4-FFF2-40B4-BE49-F238E27FC236}">
                <a16:creationId xmlns:a16="http://schemas.microsoft.com/office/drawing/2014/main" id="{375D84A8-F690-7855-4CF4-4752AD7BC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28" r="-1" b="-1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075AD-B736-2D20-05DD-FC1C1B818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4486" y="1122362"/>
            <a:ext cx="5917474" cy="4287837"/>
          </a:xfrm>
        </p:spPr>
        <p:txBody>
          <a:bodyPr anchor="b">
            <a:noAutofit/>
          </a:bodyPr>
          <a:lstStyle/>
          <a:p>
            <a:pPr algn="l"/>
            <a:r>
              <a:rPr lang="en-IN" sz="8000" b="1" dirty="0">
                <a:solidFill>
                  <a:schemeClr val="bg1"/>
                </a:solidFill>
              </a:rPr>
              <a:t>Why 1 instead of 2?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99434-6DA4-60C7-503F-2A318A6D5A08}"/>
              </a:ext>
            </a:extLst>
          </p:cNvPr>
          <p:cNvSpPr txBox="1"/>
          <p:nvPr/>
        </p:nvSpPr>
        <p:spPr>
          <a:xfrm>
            <a:off x="8349343" y="6215743"/>
            <a:ext cx="348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* Completely ChatGPT generated</a:t>
            </a:r>
          </a:p>
        </p:txBody>
      </p:sp>
    </p:spTree>
    <p:extLst>
      <p:ext uri="{BB962C8B-B14F-4D97-AF65-F5344CB8AC3E}">
        <p14:creationId xmlns:p14="http://schemas.microsoft.com/office/powerpoint/2010/main" val="275248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9A27-A4DB-67EA-4782-5B2A1CA22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8000">
                <a:solidFill>
                  <a:srgbClr val="FFFFFF"/>
                </a:solidFill>
              </a:rPr>
              <a:t>Short Truth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75BF2-099E-3E73-746C-C0F5E9A9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No, it will NOT be confusing if designed correctly.</a:t>
            </a:r>
          </a:p>
          <a:p>
            <a:pPr marL="0" indent="0">
              <a:buNone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And no damage happens if someone “mistakenly” logs in as physio — if you design the flow right.</a:t>
            </a:r>
          </a:p>
          <a:p>
            <a:pPr marL="0" indent="0">
              <a:buNone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Almost all marketplaces work this way.</a:t>
            </a:r>
          </a:p>
          <a:p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900" b="1">
                <a:solidFill>
                  <a:schemeClr val="tx1">
                    <a:alpha val="80000"/>
                  </a:schemeClr>
                </a:solidFill>
              </a:rPr>
              <a:t>REAL EXAMPLES 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Uber → Same app, Driver mode &amp; Rider mode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Zomato → Customer app + Partner dashboard (same account system)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Urban Company → Same base system, different roles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Airbnb → You can be a host AND a guest</a:t>
            </a:r>
          </a:p>
          <a:p>
            <a:endParaRPr lang="en-US" sz="19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They solve this exact problem.</a:t>
            </a:r>
            <a:endParaRPr lang="en-IN" sz="19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588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FCE1E74A-E8F1-B7A1-285C-AC12A12EA2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981" b="9749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0F47A2-F17A-6389-003E-A58F8F854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57189"/>
            <a:ext cx="4155825" cy="55718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b="1" dirty="0">
                <a:solidFill>
                  <a:schemeClr val="bg1">
                    <a:lumMod val="95000"/>
                  </a:schemeClr>
                </a:solidFill>
              </a:rPr>
              <a:t>WHY ONE APP IS BETTER?</a:t>
            </a:r>
            <a:br>
              <a:rPr lang="en-US" sz="4400" b="1" dirty="0">
                <a:solidFill>
                  <a:srgbClr val="FFFFFF"/>
                </a:solidFill>
              </a:rPr>
            </a:b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3E5D4E-80B4-51ED-88A8-09A8C84DB77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32714" y="557189"/>
            <a:ext cx="6041572" cy="55718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One app = less confusion for YOU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One codebase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One deployment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One bug fix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One Play Store app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Two apps = double everything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Role confusion is solved at SIGNUP, not login</a:t>
            </a:r>
            <a:br>
              <a:rPr lang="en-US" sz="1600" dirty="0">
                <a:solidFill>
                  <a:srgbClr val="FFFFFF"/>
                </a:solidFill>
              </a:rPr>
            </a:br>
            <a:endParaRPr lang="en-US" sz="1600" dirty="0">
              <a:solidFill>
                <a:srgbClr val="FFFFFF"/>
              </a:solidFill>
            </a:endParaRP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Focus : </a:t>
            </a:r>
            <a:r>
              <a:rPr lang="en-US" sz="1600" b="1" dirty="0">
                <a:solidFill>
                  <a:srgbClr val="FFFFFF"/>
                </a:solidFill>
              </a:rPr>
              <a:t>CORRECT ROLE DESIGN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You DO NOT let people freely become a physio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Instead: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Signup flow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Create Account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	 ↓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Choose Role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   ├─ Client → Instant access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    └─ Physiotherapist → Application mode</a:t>
            </a:r>
          </a:p>
        </p:txBody>
      </p:sp>
    </p:spTree>
    <p:extLst>
      <p:ext uri="{BB962C8B-B14F-4D97-AF65-F5344CB8AC3E}">
        <p14:creationId xmlns:p14="http://schemas.microsoft.com/office/powerpoint/2010/main" val="219950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C13C98-4B93-2AB1-44F6-8303C636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WHAT HAPPENS IF SOMEONE CHOOSES PHYSIO BY MISTAKE?</a:t>
            </a:r>
            <a:br>
              <a:rPr lang="en-US" sz="4800" b="1">
                <a:solidFill>
                  <a:schemeClr val="bg1"/>
                </a:solidFill>
              </a:rPr>
            </a:br>
            <a:endParaRPr lang="en-IN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03EBA-7629-2EA4-CC26-259B955B6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5438798" cy="5998462"/>
          </a:xfrm>
          <a:noFill/>
        </p:spPr>
        <p:txBody>
          <a:bodyPr numCol="2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Case 1: Honest mistake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They’ll see:</a:t>
            </a:r>
          </a:p>
          <a:p>
            <a:r>
              <a:rPr lang="en-US" sz="1800" dirty="0">
                <a:solidFill>
                  <a:schemeClr val="bg1"/>
                </a:solidFill>
              </a:rPr>
              <a:t>Complete Profile</a:t>
            </a:r>
          </a:p>
          <a:p>
            <a:r>
              <a:rPr lang="en-US" sz="1800" dirty="0">
                <a:solidFill>
                  <a:schemeClr val="bg1"/>
                </a:solidFill>
              </a:rPr>
              <a:t>Upload License</a:t>
            </a:r>
          </a:p>
          <a:p>
            <a:r>
              <a:rPr lang="en-US" sz="1800" dirty="0">
                <a:solidFill>
                  <a:schemeClr val="bg1"/>
                </a:solidFill>
              </a:rPr>
              <a:t>Await Verification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But</a:t>
            </a:r>
          </a:p>
          <a:p>
            <a:r>
              <a:rPr lang="en-US" sz="1800" dirty="0">
                <a:solidFill>
                  <a:schemeClr val="bg1"/>
                </a:solidFill>
              </a:rPr>
              <a:t>They cannot take bookings</a:t>
            </a:r>
          </a:p>
          <a:p>
            <a:r>
              <a:rPr lang="en-US" sz="1800" dirty="0">
                <a:solidFill>
                  <a:schemeClr val="bg1"/>
                </a:solidFill>
              </a:rPr>
              <a:t>They cannot appear in search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So, no harm done.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They can:</a:t>
            </a:r>
          </a:p>
          <a:p>
            <a:r>
              <a:rPr lang="en-US" sz="1800" dirty="0">
                <a:solidFill>
                  <a:schemeClr val="bg1"/>
                </a:solidFill>
              </a:rPr>
              <a:t>Contact support</a:t>
            </a:r>
          </a:p>
          <a:p>
            <a:r>
              <a:rPr lang="en-US" sz="1800" dirty="0">
                <a:solidFill>
                  <a:schemeClr val="bg1"/>
                </a:solidFill>
              </a:rPr>
              <a:t>Switch role (admin action)</a:t>
            </a:r>
          </a:p>
          <a:p>
            <a:r>
              <a:rPr lang="en-US" sz="1800" dirty="0">
                <a:solidFill>
                  <a:schemeClr val="bg1"/>
                </a:solidFill>
              </a:rPr>
              <a:t>Create new client account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Case 2: Malicious user (rare)</a:t>
            </a:r>
          </a:p>
          <a:p>
            <a:r>
              <a:rPr lang="en-US" sz="1800" dirty="0">
                <a:solidFill>
                  <a:schemeClr val="bg1"/>
                </a:solidFill>
              </a:rPr>
              <a:t>Backend rules protect you:</a:t>
            </a:r>
          </a:p>
          <a:p>
            <a:r>
              <a:rPr lang="en-US" sz="1800" dirty="0">
                <a:solidFill>
                  <a:schemeClr val="bg1"/>
                </a:solidFill>
              </a:rPr>
              <a:t>verified = false</a:t>
            </a:r>
          </a:p>
          <a:p>
            <a:r>
              <a:rPr lang="en-US" sz="1800" dirty="0">
                <a:solidFill>
                  <a:schemeClr val="bg1"/>
                </a:solidFill>
              </a:rPr>
              <a:t>Bookings blocked</a:t>
            </a:r>
          </a:p>
          <a:p>
            <a:r>
              <a:rPr lang="en-US" sz="1800" dirty="0">
                <a:solidFill>
                  <a:schemeClr val="bg1"/>
                </a:solidFill>
              </a:rPr>
              <a:t>Payments blocked</a:t>
            </a:r>
          </a:p>
          <a:p>
            <a:r>
              <a:rPr lang="en-US" sz="1800" dirty="0">
                <a:solidFill>
                  <a:schemeClr val="bg1"/>
                </a:solidFill>
              </a:rPr>
              <a:t>Visibility blocked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So still safe.</a:t>
            </a:r>
            <a:endParaRPr lang="en-IN" sz="1800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02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Wood human figure">
            <a:extLst>
              <a:ext uri="{FF2B5EF4-FFF2-40B4-BE49-F238E27FC236}">
                <a16:creationId xmlns:a16="http://schemas.microsoft.com/office/drawing/2014/main" id="{71BB47FC-C1A7-5721-BCF7-4E72D4C441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b="15730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53731B-C3D3-D4FC-FFC7-EBFFF4922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591344"/>
            <a:ext cx="514790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</a:rPr>
              <a:t>HOW TO PREVENT CONFUSION FOR USERS (UI TIPS)</a:t>
            </a:r>
            <a:br>
              <a:rPr lang="en-US" sz="4400" dirty="0">
                <a:solidFill>
                  <a:srgbClr val="FFFFFF"/>
                </a:solidFill>
              </a:rPr>
            </a:b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FF55EA5-111C-FCCD-BE3E-E09620485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8914" y="573088"/>
            <a:ext cx="6008913" cy="5585619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Clear language - Instead of: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	❌ “Physiotherapist”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      Use: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	✅ “I am a Physiotherapist (I provide services)”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Visual separation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	Different colors/icons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	Different onboarding screens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	Different dashboard layout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Lock role switching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	No “switch role” button initially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	Manual admin change only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97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CF43F-4A64-D19A-12BE-3A2DD37F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SHOULD YOU BUILD TWO APPS LATER?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FDA2B75-DC37-EAC5-7A06-F40203F99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686618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4E4DC-E509-171B-D09E-D31B8765A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When two apps make sense:</a:t>
            </a:r>
          </a:p>
          <a:p>
            <a:endParaRPr lang="en-IN" dirty="0"/>
          </a:p>
          <a:p>
            <a:r>
              <a:rPr lang="en-IN" dirty="0"/>
              <a:t>100k+ users</a:t>
            </a:r>
          </a:p>
          <a:p>
            <a:r>
              <a:rPr lang="en-IN" dirty="0"/>
              <a:t>Physio app needs offline mode</a:t>
            </a:r>
          </a:p>
          <a:p>
            <a:r>
              <a:rPr lang="en-IN" dirty="0"/>
              <a:t>Physio app needs heavy tools</a:t>
            </a:r>
          </a:p>
          <a:p>
            <a:r>
              <a:rPr lang="en-IN" dirty="0"/>
              <a:t>Different branding</a:t>
            </a:r>
          </a:p>
          <a:p>
            <a:endParaRPr lang="en-IN" dirty="0"/>
          </a:p>
          <a:p>
            <a:r>
              <a:rPr lang="en-IN" dirty="0"/>
              <a:t>Right now? ❌ Overkill.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954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7AF5D-F1C8-00D4-6CED-62115E2D96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sz="2400" dirty="0"/>
              <a:t>Guaranteed payment</a:t>
            </a:r>
          </a:p>
          <a:p>
            <a:r>
              <a:rPr lang="en-US" sz="2400" dirty="0"/>
              <a:t>More clients</a:t>
            </a:r>
          </a:p>
          <a:p>
            <a:r>
              <a:rPr lang="en-US" sz="2400" dirty="0"/>
              <a:t>Scheduling</a:t>
            </a:r>
          </a:p>
          <a:p>
            <a:r>
              <a:rPr lang="en-US" sz="2400" dirty="0"/>
              <a:t>Earnings tracking</a:t>
            </a:r>
          </a:p>
          <a:p>
            <a:r>
              <a:rPr lang="en-US" sz="2400" dirty="0"/>
              <a:t>Dispute protection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8DB25B-761A-68B9-A357-1F4C643033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sz="2300" dirty="0"/>
              <a:t>Payment protection</a:t>
            </a:r>
          </a:p>
          <a:p>
            <a:r>
              <a:rPr lang="en-US" sz="2300" dirty="0"/>
              <a:t>Refunds</a:t>
            </a:r>
          </a:p>
          <a:p>
            <a:r>
              <a:rPr lang="en-US" sz="2300" dirty="0"/>
              <a:t>Reviews</a:t>
            </a:r>
          </a:p>
          <a:p>
            <a:r>
              <a:rPr lang="en-US" sz="2300" dirty="0"/>
              <a:t>Verified physios</a:t>
            </a:r>
          </a:p>
          <a:p>
            <a:r>
              <a:rPr lang="en-US" sz="2300" dirty="0"/>
              <a:t>History</a:t>
            </a:r>
          </a:p>
          <a:p>
            <a:r>
              <a:rPr lang="en-US" sz="2300" dirty="0"/>
              <a:t>Offer loyalty benefits only in-app (Package discounts, Priority booking, Session reminders)</a:t>
            </a:r>
          </a:p>
          <a:p>
            <a:r>
              <a:rPr lang="en-US" sz="2300" dirty="0"/>
              <a:t>Package based bookings</a:t>
            </a:r>
          </a:p>
          <a:p>
            <a:r>
              <a:rPr lang="en-US" sz="2300" dirty="0"/>
              <a:t>Treatment Plan/Care Journey</a:t>
            </a:r>
          </a:p>
          <a:p>
            <a:pPr marL="0" indent="0">
              <a:buNone/>
            </a:pPr>
            <a:r>
              <a:rPr lang="en-US" sz="2200" dirty="0"/>
              <a:t>(Your Recovery Plan• 8 sessions recommended• Twice a week• Assigned Physio: Dr. Arjun)</a:t>
            </a:r>
            <a:endParaRPr lang="en-IN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8D3B1-7A19-16CD-1309-1D04264CE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786319"/>
            <a:ext cx="5157787" cy="623125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2800" dirty="0"/>
              <a:t>Client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A54CD-E593-3EA6-BAE3-CDF91B072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86319"/>
            <a:ext cx="5183188" cy="623125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2800" dirty="0"/>
              <a:t>Physio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DE4FA-9064-0786-8420-8F32A77B7BB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b="1" dirty="0"/>
              <a:t>Why would they stay?</a:t>
            </a:r>
          </a:p>
        </p:txBody>
      </p:sp>
    </p:spTree>
    <p:extLst>
      <p:ext uri="{BB962C8B-B14F-4D97-AF65-F5344CB8AC3E}">
        <p14:creationId xmlns:p14="http://schemas.microsoft.com/office/powerpoint/2010/main" val="2413813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FEB20BBF-6570-7891-9BC6-4DFD064D6A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8840545"/>
              </p:ext>
            </p:extLst>
          </p:nvPr>
        </p:nvGraphicFramePr>
        <p:xfrm>
          <a:off x="838200" y="39916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1F28302-FC90-80B0-6E05-6CAB105A4106}"/>
              </a:ext>
            </a:extLst>
          </p:cNvPr>
          <p:cNvSpPr txBox="1"/>
          <p:nvPr/>
        </p:nvSpPr>
        <p:spPr>
          <a:xfrm>
            <a:off x="1161288" y="594360"/>
            <a:ext cx="9427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leakage will happen. But if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F4FA3-248F-1E2B-CE32-190A3BE2CD97}"/>
              </a:ext>
            </a:extLst>
          </p:cNvPr>
          <p:cNvSpPr txBox="1"/>
          <p:nvPr/>
        </p:nvSpPr>
        <p:spPr>
          <a:xfrm>
            <a:off x="448056" y="4544568"/>
            <a:ext cx="11265408" cy="18158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When a platform truly helps, staying becomes the natural choice.</a:t>
            </a:r>
            <a:br>
              <a:rPr lang="en-US" sz="3200" dirty="0"/>
            </a:br>
            <a:endParaRPr lang="en-US" sz="2400" b="1" dirty="0"/>
          </a:p>
          <a:p>
            <a:pPr algn="ctr"/>
            <a:r>
              <a:rPr lang="en-US" sz="2400" b="1" dirty="0"/>
              <a:t>Build something people want to stay on.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63970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04426-E3E4-3D05-9E88-9F93CE10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8442DCC-EA60-C06A-93F0-EE78FA565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5D07E-8DA3-4EB5-B8B7-0DCBC64FE57D}"/>
              </a:ext>
            </a:extLst>
          </p:cNvPr>
          <p:cNvSpPr txBox="1"/>
          <p:nvPr/>
        </p:nvSpPr>
        <p:spPr>
          <a:xfrm>
            <a:off x="5232400" y="1367673"/>
            <a:ext cx="6124576" cy="2665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FINAL VERDICT ?</a:t>
            </a:r>
          </a:p>
        </p:txBody>
      </p:sp>
      <p:pic>
        <p:nvPicPr>
          <p:cNvPr id="5" name="Picture 4" descr="A vintage weighing scales">
            <a:extLst>
              <a:ext uri="{FF2B5EF4-FFF2-40B4-BE49-F238E27FC236}">
                <a16:creationId xmlns:a16="http://schemas.microsoft.com/office/drawing/2014/main" id="{33AEDD4A-1742-9D0B-6A79-C71A6AF9F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9"/>
          <a:stretch>
            <a:fillRect/>
          </a:stretch>
        </p:blipFill>
        <p:spPr>
          <a:xfrm>
            <a:off x="1" y="10"/>
            <a:ext cx="4551219" cy="6857990"/>
          </a:xfrm>
          <a:custGeom>
            <a:avLst/>
            <a:gdLst/>
            <a:ahLst/>
            <a:cxnLst/>
            <a:rect l="l" t="t" r="r" b="b"/>
            <a:pathLst>
              <a:path w="4551219" h="6858000">
                <a:moveTo>
                  <a:pt x="4194211" y="6564619"/>
                </a:moveTo>
                <a:lnTo>
                  <a:pt x="4194211" y="6564620"/>
                </a:lnTo>
                <a:cubicBezTo>
                  <a:pt x="4204498" y="6575478"/>
                  <a:pt x="4210595" y="6582146"/>
                  <a:pt x="4216690" y="6588625"/>
                </a:cubicBezTo>
                <a:lnTo>
                  <a:pt x="4233312" y="6625224"/>
                </a:lnTo>
                <a:lnTo>
                  <a:pt x="4226218" y="6662539"/>
                </a:lnTo>
                <a:lnTo>
                  <a:pt x="4226217" y="6662540"/>
                </a:lnTo>
                <a:lnTo>
                  <a:pt x="4226216" y="6662543"/>
                </a:lnTo>
                <a:lnTo>
                  <a:pt x="4214767" y="6683026"/>
                </a:lnTo>
                <a:lnTo>
                  <a:pt x="4211619" y="6702975"/>
                </a:lnTo>
                <a:lnTo>
                  <a:pt x="4211619" y="6702976"/>
                </a:lnTo>
                <a:cubicBezTo>
                  <a:pt x="4212024" y="6716168"/>
                  <a:pt x="4217168" y="6729218"/>
                  <a:pt x="4225455" y="6742552"/>
                </a:cubicBezTo>
                <a:lnTo>
                  <a:pt x="4225456" y="6742554"/>
                </a:lnTo>
                <a:lnTo>
                  <a:pt x="4244933" y="6812061"/>
                </a:lnTo>
                <a:lnTo>
                  <a:pt x="4244933" y="6812063"/>
                </a:lnTo>
                <a:lnTo>
                  <a:pt x="4244933" y="6812062"/>
                </a:lnTo>
                <a:lnTo>
                  <a:pt x="4244933" y="6812061"/>
                </a:lnTo>
                <a:lnTo>
                  <a:pt x="4240159" y="6776799"/>
                </a:lnTo>
                <a:lnTo>
                  <a:pt x="4225456" y="6742554"/>
                </a:lnTo>
                <a:lnTo>
                  <a:pt x="4225455" y="6742551"/>
                </a:lnTo>
                <a:lnTo>
                  <a:pt x="4211619" y="6702975"/>
                </a:lnTo>
                <a:lnTo>
                  <a:pt x="4226216" y="6662543"/>
                </a:lnTo>
                <a:lnTo>
                  <a:pt x="4226217" y="6662541"/>
                </a:lnTo>
                <a:lnTo>
                  <a:pt x="4226218" y="6662539"/>
                </a:lnTo>
                <a:lnTo>
                  <a:pt x="4233301" y="6645551"/>
                </a:lnTo>
                <a:lnTo>
                  <a:pt x="4233312" y="6625224"/>
                </a:lnTo>
                <a:lnTo>
                  <a:pt x="4233312" y="6625223"/>
                </a:lnTo>
                <a:cubicBezTo>
                  <a:pt x="4231216" y="6611340"/>
                  <a:pt x="4225168" y="6597577"/>
                  <a:pt x="4216690" y="6588624"/>
                </a:cubicBezTo>
                <a:close/>
                <a:moveTo>
                  <a:pt x="4274532" y="6438980"/>
                </a:moveTo>
                <a:lnTo>
                  <a:pt x="4254602" y="6463839"/>
                </a:lnTo>
                <a:lnTo>
                  <a:pt x="4254600" y="6463848"/>
                </a:lnTo>
                <a:lnTo>
                  <a:pt x="4240803" y="6513011"/>
                </a:lnTo>
                <a:lnTo>
                  <a:pt x="4221998" y="6546193"/>
                </a:lnTo>
                <a:lnTo>
                  <a:pt x="4221998" y="6546194"/>
                </a:lnTo>
                <a:lnTo>
                  <a:pt x="4238336" y="6521803"/>
                </a:lnTo>
                <a:lnTo>
                  <a:pt x="4240803" y="6513011"/>
                </a:lnTo>
                <a:lnTo>
                  <a:pt x="4243614" y="6508051"/>
                </a:lnTo>
                <a:lnTo>
                  <a:pt x="4254600" y="6463848"/>
                </a:lnTo>
                <a:lnTo>
                  <a:pt x="4254602" y="6463840"/>
                </a:lnTo>
                <a:cubicBezTo>
                  <a:pt x="4257553" y="6451649"/>
                  <a:pt x="4265030" y="6444076"/>
                  <a:pt x="4274532" y="6438980"/>
                </a:cubicBezTo>
                <a:close/>
                <a:moveTo>
                  <a:pt x="4360506" y="6365203"/>
                </a:moveTo>
                <a:lnTo>
                  <a:pt x="4359224" y="6387909"/>
                </a:lnTo>
                <a:lnTo>
                  <a:pt x="4357461" y="6391548"/>
                </a:lnTo>
                <a:lnTo>
                  <a:pt x="4349806" y="6407331"/>
                </a:lnTo>
                <a:lnTo>
                  <a:pt x="4349806" y="6407332"/>
                </a:lnTo>
                <a:lnTo>
                  <a:pt x="4357461" y="6391548"/>
                </a:lnTo>
                <a:lnTo>
                  <a:pt x="4359225" y="6387909"/>
                </a:lnTo>
                <a:close/>
                <a:moveTo>
                  <a:pt x="4121437" y="4221390"/>
                </a:moveTo>
                <a:lnTo>
                  <a:pt x="4121437" y="4221391"/>
                </a:lnTo>
                <a:cubicBezTo>
                  <a:pt x="4122199" y="4232060"/>
                  <a:pt x="4122389" y="4243872"/>
                  <a:pt x="4127153" y="4253014"/>
                </a:cubicBezTo>
                <a:cubicBezTo>
                  <a:pt x="4139346" y="4277401"/>
                  <a:pt x="4154966" y="4300070"/>
                  <a:pt x="4166969" y="4324645"/>
                </a:cubicBezTo>
                <a:lnTo>
                  <a:pt x="4175923" y="4363890"/>
                </a:lnTo>
                <a:lnTo>
                  <a:pt x="4175161" y="4482003"/>
                </a:lnTo>
                <a:cubicBezTo>
                  <a:pt x="4172493" y="4546775"/>
                  <a:pt x="4171921" y="4612499"/>
                  <a:pt x="4115151" y="4659173"/>
                </a:cubicBezTo>
                <a:cubicBezTo>
                  <a:pt x="4110579" y="4662985"/>
                  <a:pt x="4107911" y="4671175"/>
                  <a:pt x="4107149" y="4677654"/>
                </a:cubicBezTo>
                <a:cubicBezTo>
                  <a:pt x="4103530" y="4707563"/>
                  <a:pt x="4103148" y="4738234"/>
                  <a:pt x="4097242" y="4767763"/>
                </a:cubicBezTo>
                <a:cubicBezTo>
                  <a:pt x="4094861" y="4779574"/>
                  <a:pt x="4094052" y="4790386"/>
                  <a:pt x="4095933" y="4800482"/>
                </a:cubicBezTo>
                <a:lnTo>
                  <a:pt x="4095933" y="4800483"/>
                </a:lnTo>
                <a:cubicBezTo>
                  <a:pt x="4097814" y="4810580"/>
                  <a:pt x="4102387" y="4819963"/>
                  <a:pt x="4110769" y="4828916"/>
                </a:cubicBezTo>
                <a:lnTo>
                  <a:pt x="4132950" y="4863342"/>
                </a:lnTo>
                <a:lnTo>
                  <a:pt x="4140479" y="4889274"/>
                </a:lnTo>
                <a:lnTo>
                  <a:pt x="4138774" y="4912167"/>
                </a:lnTo>
                <a:cubicBezTo>
                  <a:pt x="4137059" y="4919977"/>
                  <a:pt x="4136702" y="4927121"/>
                  <a:pt x="4137372" y="4933803"/>
                </a:cubicBezTo>
                <a:lnTo>
                  <a:pt x="4137372" y="4933804"/>
                </a:lnTo>
                <a:lnTo>
                  <a:pt x="4142131" y="4952672"/>
                </a:lnTo>
                <a:lnTo>
                  <a:pt x="4144924" y="4957453"/>
                </a:lnTo>
                <a:lnTo>
                  <a:pt x="4146202" y="4961455"/>
                </a:lnTo>
                <a:cubicBezTo>
                  <a:pt x="4150713" y="4970096"/>
                  <a:pt x="4156419" y="4978393"/>
                  <a:pt x="4162206" y="4987037"/>
                </a:cubicBezTo>
                <a:cubicBezTo>
                  <a:pt x="4173445" y="5003801"/>
                  <a:pt x="4187543" y="5022852"/>
                  <a:pt x="4188685" y="5041521"/>
                </a:cubicBezTo>
                <a:cubicBezTo>
                  <a:pt x="4189304" y="5052095"/>
                  <a:pt x="4192222" y="5062299"/>
                  <a:pt x="4195901" y="5072375"/>
                </a:cubicBezTo>
                <a:lnTo>
                  <a:pt x="4201805" y="5087442"/>
                </a:lnTo>
                <a:lnTo>
                  <a:pt x="4214832" y="5133219"/>
                </a:lnTo>
                <a:lnTo>
                  <a:pt x="4214833" y="5133224"/>
                </a:lnTo>
                <a:lnTo>
                  <a:pt x="4208118" y="5166112"/>
                </a:lnTo>
                <a:lnTo>
                  <a:pt x="4208118" y="5166113"/>
                </a:lnTo>
                <a:cubicBezTo>
                  <a:pt x="4207356" y="5167637"/>
                  <a:pt x="4207928" y="5169780"/>
                  <a:pt x="4208809" y="5172090"/>
                </a:cubicBezTo>
                <a:lnTo>
                  <a:pt x="4211356" y="5179067"/>
                </a:lnTo>
                <a:cubicBezTo>
                  <a:pt x="4214976" y="5196594"/>
                  <a:pt x="4215024" y="5213597"/>
                  <a:pt x="4211190" y="5229433"/>
                </a:cubicBezTo>
                <a:lnTo>
                  <a:pt x="4200644" y="5248928"/>
                </a:lnTo>
                <a:lnTo>
                  <a:pt x="4187733" y="5272795"/>
                </a:lnTo>
                <a:cubicBezTo>
                  <a:pt x="4176088" y="5285440"/>
                  <a:pt x="4168382" y="5298594"/>
                  <a:pt x="4163830" y="5312287"/>
                </a:cubicBezTo>
                <a:lnTo>
                  <a:pt x="4162774" y="5321350"/>
                </a:lnTo>
                <a:lnTo>
                  <a:pt x="4160300" y="5326162"/>
                </a:lnTo>
                <a:lnTo>
                  <a:pt x="4158854" y="5355013"/>
                </a:lnTo>
                <a:lnTo>
                  <a:pt x="4158854" y="5355014"/>
                </a:lnTo>
                <a:cubicBezTo>
                  <a:pt x="4159503" y="5364882"/>
                  <a:pt x="4161206" y="5375002"/>
                  <a:pt x="4163730" y="5385384"/>
                </a:cubicBezTo>
                <a:cubicBezTo>
                  <a:pt x="4166969" y="5398721"/>
                  <a:pt x="4169255" y="5412057"/>
                  <a:pt x="4171921" y="5425582"/>
                </a:cubicBezTo>
                <a:cubicBezTo>
                  <a:pt x="4175731" y="5443870"/>
                  <a:pt x="4179733" y="5462351"/>
                  <a:pt x="4183543" y="5480637"/>
                </a:cubicBezTo>
                <a:lnTo>
                  <a:pt x="4188067" y="5507667"/>
                </a:lnTo>
                <a:lnTo>
                  <a:pt x="4177448" y="5531691"/>
                </a:lnTo>
                <a:lnTo>
                  <a:pt x="4177447" y="5531692"/>
                </a:lnTo>
                <a:cubicBezTo>
                  <a:pt x="4170398" y="5537599"/>
                  <a:pt x="4167206" y="5542648"/>
                  <a:pt x="4167302" y="5547577"/>
                </a:cubicBezTo>
                <a:lnTo>
                  <a:pt x="4167302" y="5547578"/>
                </a:lnTo>
                <a:cubicBezTo>
                  <a:pt x="4167397" y="5552507"/>
                  <a:pt x="4170779" y="5557317"/>
                  <a:pt x="4176875" y="5562746"/>
                </a:cubicBezTo>
                <a:cubicBezTo>
                  <a:pt x="4219548" y="5600467"/>
                  <a:pt x="4246219" y="5646189"/>
                  <a:pt x="4248123" y="5704483"/>
                </a:cubicBezTo>
                <a:cubicBezTo>
                  <a:pt x="4248505" y="5716485"/>
                  <a:pt x="4251171" y="5728678"/>
                  <a:pt x="4254029" y="5740488"/>
                </a:cubicBezTo>
                <a:cubicBezTo>
                  <a:pt x="4255744" y="5747728"/>
                  <a:pt x="4257650" y="5756493"/>
                  <a:pt x="4262794" y="5760873"/>
                </a:cubicBezTo>
                <a:cubicBezTo>
                  <a:pt x="4302037" y="5794974"/>
                  <a:pt x="4329280" y="5837457"/>
                  <a:pt x="4351189" y="5883751"/>
                </a:cubicBezTo>
                <a:lnTo>
                  <a:pt x="4351191" y="5883755"/>
                </a:lnTo>
                <a:lnTo>
                  <a:pt x="4369094" y="5935945"/>
                </a:lnTo>
                <a:lnTo>
                  <a:pt x="4369096" y="5935949"/>
                </a:lnTo>
                <a:lnTo>
                  <a:pt x="4365476" y="5993289"/>
                </a:lnTo>
                <a:lnTo>
                  <a:pt x="4365475" y="5993290"/>
                </a:lnTo>
                <a:cubicBezTo>
                  <a:pt x="4364334" y="6004530"/>
                  <a:pt x="4364524" y="6017484"/>
                  <a:pt x="4358999" y="6026439"/>
                </a:cubicBezTo>
                <a:cubicBezTo>
                  <a:pt x="4341662" y="6054824"/>
                  <a:pt x="4322994" y="6082257"/>
                  <a:pt x="4302799" y="6108737"/>
                </a:cubicBezTo>
                <a:cubicBezTo>
                  <a:pt x="4294131" y="6120073"/>
                  <a:pt x="4289178" y="6126883"/>
                  <a:pt x="4289107" y="6133313"/>
                </a:cubicBezTo>
                <a:lnTo>
                  <a:pt x="4289107" y="6133314"/>
                </a:lnTo>
                <a:lnTo>
                  <a:pt x="4292807" y="6143189"/>
                </a:lnTo>
                <a:lnTo>
                  <a:pt x="4304703" y="6155599"/>
                </a:lnTo>
                <a:lnTo>
                  <a:pt x="4304706" y="6155602"/>
                </a:lnTo>
                <a:cubicBezTo>
                  <a:pt x="4326994" y="6175797"/>
                  <a:pt x="4338614" y="6200944"/>
                  <a:pt x="4343376" y="6228756"/>
                </a:cubicBezTo>
                <a:lnTo>
                  <a:pt x="4360713" y="6361539"/>
                </a:lnTo>
                <a:lnTo>
                  <a:pt x="4360713" y="6361538"/>
                </a:lnTo>
                <a:cubicBezTo>
                  <a:pt x="4357093" y="6317150"/>
                  <a:pt x="4350808" y="6272763"/>
                  <a:pt x="4343376" y="6228755"/>
                </a:cubicBezTo>
                <a:cubicBezTo>
                  <a:pt x="4338614" y="6200943"/>
                  <a:pt x="4326994" y="6175796"/>
                  <a:pt x="4304706" y="6155601"/>
                </a:cubicBezTo>
                <a:lnTo>
                  <a:pt x="4304703" y="6155599"/>
                </a:lnTo>
                <a:lnTo>
                  <a:pt x="4289107" y="6133314"/>
                </a:lnTo>
                <a:lnTo>
                  <a:pt x="4302799" y="6108738"/>
                </a:lnTo>
                <a:cubicBezTo>
                  <a:pt x="4322994" y="6082258"/>
                  <a:pt x="4341662" y="6054825"/>
                  <a:pt x="4358999" y="6026440"/>
                </a:cubicBezTo>
                <a:cubicBezTo>
                  <a:pt x="4364524" y="6017485"/>
                  <a:pt x="4364334" y="6004531"/>
                  <a:pt x="4365475" y="5993291"/>
                </a:cubicBezTo>
                <a:lnTo>
                  <a:pt x="4365476" y="5993289"/>
                </a:lnTo>
                <a:lnTo>
                  <a:pt x="4368929" y="5964476"/>
                </a:lnTo>
                <a:lnTo>
                  <a:pt x="4369096" y="5935949"/>
                </a:lnTo>
                <a:lnTo>
                  <a:pt x="4369096" y="5935948"/>
                </a:lnTo>
                <a:lnTo>
                  <a:pt x="4369094" y="5935945"/>
                </a:lnTo>
                <a:lnTo>
                  <a:pt x="4362214" y="5909350"/>
                </a:lnTo>
                <a:lnTo>
                  <a:pt x="4351191" y="5883755"/>
                </a:lnTo>
                <a:lnTo>
                  <a:pt x="4351189" y="5883750"/>
                </a:lnTo>
                <a:cubicBezTo>
                  <a:pt x="4329280" y="5837456"/>
                  <a:pt x="4302037" y="5794973"/>
                  <a:pt x="4262794" y="5760872"/>
                </a:cubicBezTo>
                <a:cubicBezTo>
                  <a:pt x="4257650" y="5756492"/>
                  <a:pt x="4255744" y="5747727"/>
                  <a:pt x="4254029" y="5740487"/>
                </a:cubicBezTo>
                <a:cubicBezTo>
                  <a:pt x="4251171" y="5728677"/>
                  <a:pt x="4248505" y="5716484"/>
                  <a:pt x="4248123" y="5704482"/>
                </a:cubicBezTo>
                <a:cubicBezTo>
                  <a:pt x="4246219" y="5646188"/>
                  <a:pt x="4219548" y="5600466"/>
                  <a:pt x="4176875" y="5562745"/>
                </a:cubicBezTo>
                <a:lnTo>
                  <a:pt x="4167302" y="5547577"/>
                </a:lnTo>
                <a:lnTo>
                  <a:pt x="4177447" y="5531693"/>
                </a:lnTo>
                <a:lnTo>
                  <a:pt x="4177448" y="5531691"/>
                </a:lnTo>
                <a:lnTo>
                  <a:pt x="4185847" y="5520421"/>
                </a:lnTo>
                <a:lnTo>
                  <a:pt x="4188067" y="5507667"/>
                </a:lnTo>
                <a:lnTo>
                  <a:pt x="4188067" y="5507666"/>
                </a:lnTo>
                <a:cubicBezTo>
                  <a:pt x="4188020" y="5498831"/>
                  <a:pt x="4185448" y="5489496"/>
                  <a:pt x="4183543" y="5480636"/>
                </a:cubicBezTo>
                <a:cubicBezTo>
                  <a:pt x="4179733" y="5462350"/>
                  <a:pt x="4175731" y="5443869"/>
                  <a:pt x="4171921" y="5425581"/>
                </a:cubicBezTo>
                <a:cubicBezTo>
                  <a:pt x="4169255" y="5412056"/>
                  <a:pt x="4166969" y="5398720"/>
                  <a:pt x="4163730" y="5385383"/>
                </a:cubicBezTo>
                <a:lnTo>
                  <a:pt x="4158854" y="5355013"/>
                </a:lnTo>
                <a:lnTo>
                  <a:pt x="4162774" y="5321350"/>
                </a:lnTo>
                <a:lnTo>
                  <a:pt x="4187733" y="5272796"/>
                </a:lnTo>
                <a:lnTo>
                  <a:pt x="4200644" y="5248928"/>
                </a:lnTo>
                <a:lnTo>
                  <a:pt x="4211191" y="5229432"/>
                </a:lnTo>
                <a:lnTo>
                  <a:pt x="4211356" y="5179067"/>
                </a:lnTo>
                <a:lnTo>
                  <a:pt x="4211356" y="5179066"/>
                </a:lnTo>
                <a:cubicBezTo>
                  <a:pt x="4210880" y="5176875"/>
                  <a:pt x="4209690" y="5174399"/>
                  <a:pt x="4208809" y="5172089"/>
                </a:cubicBezTo>
                <a:lnTo>
                  <a:pt x="4208118" y="5166113"/>
                </a:lnTo>
                <a:lnTo>
                  <a:pt x="4214833" y="5133224"/>
                </a:lnTo>
                <a:lnTo>
                  <a:pt x="4214833" y="5133223"/>
                </a:lnTo>
                <a:lnTo>
                  <a:pt x="4214832" y="5133219"/>
                </a:lnTo>
                <a:lnTo>
                  <a:pt x="4207690" y="5102460"/>
                </a:lnTo>
                <a:lnTo>
                  <a:pt x="4201805" y="5087442"/>
                </a:lnTo>
                <a:lnTo>
                  <a:pt x="4201799" y="5087422"/>
                </a:lnTo>
                <a:cubicBezTo>
                  <a:pt x="4195713" y="5072410"/>
                  <a:pt x="4189614" y="5057380"/>
                  <a:pt x="4188685" y="5041520"/>
                </a:cubicBezTo>
                <a:cubicBezTo>
                  <a:pt x="4187543" y="5022851"/>
                  <a:pt x="4173445" y="5003800"/>
                  <a:pt x="4162206" y="4987036"/>
                </a:cubicBezTo>
                <a:lnTo>
                  <a:pt x="4144924" y="4957453"/>
                </a:lnTo>
                <a:lnTo>
                  <a:pt x="4137372" y="4933804"/>
                </a:lnTo>
                <a:lnTo>
                  <a:pt x="4138774" y="4912168"/>
                </a:lnTo>
                <a:cubicBezTo>
                  <a:pt x="4140536" y="4904357"/>
                  <a:pt x="4141048" y="4896713"/>
                  <a:pt x="4140479" y="4889275"/>
                </a:cubicBezTo>
                <a:lnTo>
                  <a:pt x="4140479" y="4889274"/>
                </a:lnTo>
                <a:lnTo>
                  <a:pt x="4135701" y="4867613"/>
                </a:lnTo>
                <a:lnTo>
                  <a:pt x="4132950" y="4863342"/>
                </a:lnTo>
                <a:lnTo>
                  <a:pt x="4131200" y="4857316"/>
                </a:lnTo>
                <a:cubicBezTo>
                  <a:pt x="4126057" y="4847213"/>
                  <a:pt x="4119056" y="4837702"/>
                  <a:pt x="4110769" y="4828915"/>
                </a:cubicBezTo>
                <a:lnTo>
                  <a:pt x="4095933" y="4800482"/>
                </a:lnTo>
                <a:lnTo>
                  <a:pt x="4097242" y="4767764"/>
                </a:lnTo>
                <a:cubicBezTo>
                  <a:pt x="4103148" y="4738235"/>
                  <a:pt x="4103530" y="4707564"/>
                  <a:pt x="4107149" y="4677655"/>
                </a:cubicBezTo>
                <a:cubicBezTo>
                  <a:pt x="4107911" y="4671176"/>
                  <a:pt x="4110579" y="4662986"/>
                  <a:pt x="4115151" y="4659174"/>
                </a:cubicBezTo>
                <a:cubicBezTo>
                  <a:pt x="4171921" y="4612500"/>
                  <a:pt x="4172493" y="4546776"/>
                  <a:pt x="4175161" y="4482004"/>
                </a:cubicBezTo>
                <a:cubicBezTo>
                  <a:pt x="4176875" y="4442761"/>
                  <a:pt x="4176875" y="4403325"/>
                  <a:pt x="4175923" y="4363890"/>
                </a:cubicBezTo>
                <a:lnTo>
                  <a:pt x="4175923" y="4363889"/>
                </a:lnTo>
                <a:cubicBezTo>
                  <a:pt x="4175731" y="4350553"/>
                  <a:pt x="4172683" y="4336456"/>
                  <a:pt x="4166969" y="4324644"/>
                </a:cubicBezTo>
                <a:cubicBezTo>
                  <a:pt x="4154966" y="4300069"/>
                  <a:pt x="4139346" y="4277400"/>
                  <a:pt x="4127153" y="4253013"/>
                </a:cubicBezTo>
                <a:close/>
                <a:moveTo>
                  <a:pt x="4190328" y="2836171"/>
                </a:moveTo>
                <a:lnTo>
                  <a:pt x="4181637" y="2848792"/>
                </a:lnTo>
                <a:cubicBezTo>
                  <a:pt x="4176637" y="2865009"/>
                  <a:pt x="4170779" y="2881306"/>
                  <a:pt x="4166033" y="2897784"/>
                </a:cubicBezTo>
                <a:lnTo>
                  <a:pt x="4165004" y="2903549"/>
                </a:lnTo>
                <a:lnTo>
                  <a:pt x="4161730" y="2914327"/>
                </a:lnTo>
                <a:lnTo>
                  <a:pt x="4157099" y="2947858"/>
                </a:lnTo>
                <a:lnTo>
                  <a:pt x="4157098" y="2947861"/>
                </a:lnTo>
                <a:lnTo>
                  <a:pt x="4157098" y="2947862"/>
                </a:lnTo>
                <a:cubicBezTo>
                  <a:pt x="4156729" y="2959156"/>
                  <a:pt x="4157729" y="2970575"/>
                  <a:pt x="4160682" y="2982148"/>
                </a:cubicBezTo>
                <a:lnTo>
                  <a:pt x="4172375" y="3077401"/>
                </a:lnTo>
                <a:lnTo>
                  <a:pt x="4159920" y="3172653"/>
                </a:lnTo>
                <a:cubicBezTo>
                  <a:pt x="4134011" y="3276479"/>
                  <a:pt x="4106579" y="3380304"/>
                  <a:pt x="4112293" y="3489466"/>
                </a:cubicBezTo>
                <a:cubicBezTo>
                  <a:pt x="4113245" y="3507562"/>
                  <a:pt x="4101624" y="3529089"/>
                  <a:pt x="4090194" y="3544712"/>
                </a:cubicBezTo>
                <a:cubicBezTo>
                  <a:pt x="4079336" y="3559667"/>
                  <a:pt x="4073477" y="3566811"/>
                  <a:pt x="4072572" y="3574407"/>
                </a:cubicBezTo>
                <a:lnTo>
                  <a:pt x="4072572" y="3574408"/>
                </a:lnTo>
                <a:cubicBezTo>
                  <a:pt x="4071667" y="3582004"/>
                  <a:pt x="4075716" y="3590053"/>
                  <a:pt x="4084670" y="3606817"/>
                </a:cubicBezTo>
                <a:cubicBezTo>
                  <a:pt x="4089052" y="3614819"/>
                  <a:pt x="4091718" y="3624725"/>
                  <a:pt x="4098196" y="3630632"/>
                </a:cubicBezTo>
                <a:lnTo>
                  <a:pt x="4115925" y="3654415"/>
                </a:lnTo>
                <a:lnTo>
                  <a:pt x="4118836" y="3665923"/>
                </a:lnTo>
                <a:lnTo>
                  <a:pt x="4122437" y="3680163"/>
                </a:lnTo>
                <a:lnTo>
                  <a:pt x="4118389" y="3734836"/>
                </a:lnTo>
                <a:lnTo>
                  <a:pt x="4118389" y="3734837"/>
                </a:lnTo>
                <a:cubicBezTo>
                  <a:pt x="4117437" y="3741315"/>
                  <a:pt x="4116103" y="3749125"/>
                  <a:pt x="4118771" y="3754652"/>
                </a:cubicBezTo>
                <a:lnTo>
                  <a:pt x="4125128" y="3789775"/>
                </a:lnTo>
                <a:lnTo>
                  <a:pt x="4110197" y="3822471"/>
                </a:lnTo>
                <a:cubicBezTo>
                  <a:pt x="4103149" y="3831901"/>
                  <a:pt x="4097529" y="3842045"/>
                  <a:pt x="4095862" y="3852618"/>
                </a:cubicBezTo>
                <a:lnTo>
                  <a:pt x="4095862" y="3852619"/>
                </a:lnTo>
                <a:lnTo>
                  <a:pt x="4096642" y="3868763"/>
                </a:lnTo>
                <a:lnTo>
                  <a:pt x="4105245" y="3885336"/>
                </a:lnTo>
                <a:lnTo>
                  <a:pt x="4105245" y="3885338"/>
                </a:lnTo>
                <a:cubicBezTo>
                  <a:pt x="4114961" y="3897721"/>
                  <a:pt x="4122367" y="3910318"/>
                  <a:pt x="4127626" y="3923124"/>
                </a:cubicBezTo>
                <a:lnTo>
                  <a:pt x="4137130" y="3962159"/>
                </a:lnTo>
                <a:lnTo>
                  <a:pt x="4121438" y="4043837"/>
                </a:lnTo>
                <a:lnTo>
                  <a:pt x="4121437" y="4043838"/>
                </a:lnTo>
                <a:cubicBezTo>
                  <a:pt x="4112674" y="4063841"/>
                  <a:pt x="4107292" y="4083701"/>
                  <a:pt x="4106316" y="4103824"/>
                </a:cubicBezTo>
                <a:lnTo>
                  <a:pt x="4106316" y="4103825"/>
                </a:lnTo>
                <a:lnTo>
                  <a:pt x="4108283" y="4134255"/>
                </a:lnTo>
                <a:lnTo>
                  <a:pt x="4117627" y="4165381"/>
                </a:lnTo>
                <a:lnTo>
                  <a:pt x="4117627" y="4165383"/>
                </a:lnTo>
                <a:lnTo>
                  <a:pt x="4121532" y="4192387"/>
                </a:lnTo>
                <a:lnTo>
                  <a:pt x="4121532" y="4192386"/>
                </a:lnTo>
                <a:cubicBezTo>
                  <a:pt x="4121628" y="4182766"/>
                  <a:pt x="4121056" y="4173479"/>
                  <a:pt x="4117627" y="4165382"/>
                </a:cubicBezTo>
                <a:lnTo>
                  <a:pt x="4117627" y="4165381"/>
                </a:lnTo>
                <a:lnTo>
                  <a:pt x="4106316" y="4103825"/>
                </a:lnTo>
                <a:lnTo>
                  <a:pt x="4121437" y="4043839"/>
                </a:lnTo>
                <a:lnTo>
                  <a:pt x="4121438" y="4043837"/>
                </a:lnTo>
                <a:lnTo>
                  <a:pt x="4134740" y="4002409"/>
                </a:lnTo>
                <a:lnTo>
                  <a:pt x="4137130" y="3962159"/>
                </a:lnTo>
                <a:lnTo>
                  <a:pt x="4137130" y="3962158"/>
                </a:lnTo>
                <a:cubicBezTo>
                  <a:pt x="4134868" y="3935726"/>
                  <a:pt x="4124677" y="3910103"/>
                  <a:pt x="4105245" y="3885337"/>
                </a:cubicBezTo>
                <a:lnTo>
                  <a:pt x="4105245" y="3885336"/>
                </a:lnTo>
                <a:lnTo>
                  <a:pt x="4095862" y="3852619"/>
                </a:lnTo>
                <a:lnTo>
                  <a:pt x="4110197" y="3822472"/>
                </a:lnTo>
                <a:cubicBezTo>
                  <a:pt x="4118389" y="3811613"/>
                  <a:pt x="4123533" y="3800896"/>
                  <a:pt x="4125128" y="3789776"/>
                </a:cubicBezTo>
                <a:lnTo>
                  <a:pt x="4125128" y="3789775"/>
                </a:lnTo>
                <a:cubicBezTo>
                  <a:pt x="4126724" y="3778654"/>
                  <a:pt x="4124771" y="3767129"/>
                  <a:pt x="4118771" y="3754651"/>
                </a:cubicBezTo>
                <a:lnTo>
                  <a:pt x="4118389" y="3734837"/>
                </a:lnTo>
                <a:lnTo>
                  <a:pt x="4122437" y="3680163"/>
                </a:lnTo>
                <a:lnTo>
                  <a:pt x="4122437" y="3680162"/>
                </a:lnTo>
                <a:lnTo>
                  <a:pt x="4118836" y="3665923"/>
                </a:lnTo>
                <a:lnTo>
                  <a:pt x="4115925" y="3654415"/>
                </a:lnTo>
                <a:lnTo>
                  <a:pt x="4115925" y="3654415"/>
                </a:lnTo>
                <a:lnTo>
                  <a:pt x="4115925" y="3654415"/>
                </a:lnTo>
                <a:cubicBezTo>
                  <a:pt x="4112115" y="3646122"/>
                  <a:pt x="4106436" y="3638156"/>
                  <a:pt x="4098196" y="3630631"/>
                </a:cubicBezTo>
                <a:cubicBezTo>
                  <a:pt x="4091718" y="3624724"/>
                  <a:pt x="4089052" y="3614818"/>
                  <a:pt x="4084670" y="3606816"/>
                </a:cubicBezTo>
                <a:cubicBezTo>
                  <a:pt x="4080193" y="3598434"/>
                  <a:pt x="4076942" y="3592231"/>
                  <a:pt x="4074924" y="3587173"/>
                </a:cubicBezTo>
                <a:lnTo>
                  <a:pt x="4072572" y="3574407"/>
                </a:lnTo>
                <a:lnTo>
                  <a:pt x="4077651" y="3562320"/>
                </a:lnTo>
                <a:cubicBezTo>
                  <a:pt x="4080586" y="3557715"/>
                  <a:pt x="4084765" y="3552190"/>
                  <a:pt x="4090194" y="3544713"/>
                </a:cubicBezTo>
                <a:cubicBezTo>
                  <a:pt x="4101624" y="3529090"/>
                  <a:pt x="4113245" y="3507563"/>
                  <a:pt x="4112293" y="3489467"/>
                </a:cubicBezTo>
                <a:cubicBezTo>
                  <a:pt x="4106579" y="3380305"/>
                  <a:pt x="4134011" y="3276480"/>
                  <a:pt x="4159920" y="3172654"/>
                </a:cubicBezTo>
                <a:cubicBezTo>
                  <a:pt x="4167922" y="3140649"/>
                  <a:pt x="4172160" y="3109025"/>
                  <a:pt x="4172375" y="3077401"/>
                </a:cubicBezTo>
                <a:lnTo>
                  <a:pt x="4172375" y="3077400"/>
                </a:lnTo>
                <a:cubicBezTo>
                  <a:pt x="4172589" y="3045776"/>
                  <a:pt x="4168779" y="3014152"/>
                  <a:pt x="4160682" y="2982147"/>
                </a:cubicBezTo>
                <a:lnTo>
                  <a:pt x="4157098" y="2947862"/>
                </a:lnTo>
                <a:lnTo>
                  <a:pt x="4157099" y="2947858"/>
                </a:lnTo>
                <a:lnTo>
                  <a:pt x="4165004" y="2903549"/>
                </a:lnTo>
                <a:lnTo>
                  <a:pt x="4181637" y="2848793"/>
                </a:lnTo>
                <a:cubicBezTo>
                  <a:pt x="4182970" y="2844316"/>
                  <a:pt x="4186256" y="2839982"/>
                  <a:pt x="4190328" y="2836172"/>
                </a:cubicBezTo>
                <a:close/>
                <a:moveTo>
                  <a:pt x="3705842" y="1508457"/>
                </a:moveTo>
                <a:lnTo>
                  <a:pt x="3677748" y="1596213"/>
                </a:lnTo>
                <a:cubicBezTo>
                  <a:pt x="3675271" y="1604978"/>
                  <a:pt x="3676796" y="1615836"/>
                  <a:pt x="3679653" y="1624980"/>
                </a:cubicBezTo>
                <a:cubicBezTo>
                  <a:pt x="3689369" y="1656223"/>
                  <a:pt x="3713754" y="1676036"/>
                  <a:pt x="3736234" y="1697753"/>
                </a:cubicBezTo>
                <a:cubicBezTo>
                  <a:pt x="3746141" y="1707279"/>
                  <a:pt x="3753189" y="1720423"/>
                  <a:pt x="3758903" y="1733188"/>
                </a:cubicBezTo>
                <a:cubicBezTo>
                  <a:pt x="3773574" y="1766335"/>
                  <a:pt x="3786718" y="1800246"/>
                  <a:pt x="3800624" y="1833775"/>
                </a:cubicBezTo>
                <a:cubicBezTo>
                  <a:pt x="3801958" y="1837013"/>
                  <a:pt x="3805387" y="1839679"/>
                  <a:pt x="3808245" y="1842158"/>
                </a:cubicBezTo>
                <a:cubicBezTo>
                  <a:pt x="3838346" y="1866922"/>
                  <a:pt x="3868635" y="1891497"/>
                  <a:pt x="3898736" y="1916454"/>
                </a:cubicBezTo>
                <a:cubicBezTo>
                  <a:pt x="3904450" y="1921216"/>
                  <a:pt x="3908642" y="1928076"/>
                  <a:pt x="3914166" y="1933219"/>
                </a:cubicBezTo>
                <a:cubicBezTo>
                  <a:pt x="3921786" y="1940459"/>
                  <a:pt x="3929027" y="1949603"/>
                  <a:pt x="3938171" y="1953413"/>
                </a:cubicBezTo>
                <a:cubicBezTo>
                  <a:pt x="3966936" y="1965224"/>
                  <a:pt x="3979320" y="1987894"/>
                  <a:pt x="3984654" y="2016469"/>
                </a:cubicBezTo>
                <a:cubicBezTo>
                  <a:pt x="3989607" y="2042570"/>
                  <a:pt x="3993799" y="2068669"/>
                  <a:pt x="3999513" y="2094578"/>
                </a:cubicBezTo>
                <a:cubicBezTo>
                  <a:pt x="4006371" y="2126201"/>
                  <a:pt x="4013801" y="2157636"/>
                  <a:pt x="4022184" y="2188879"/>
                </a:cubicBezTo>
                <a:cubicBezTo>
                  <a:pt x="4025804" y="2202404"/>
                  <a:pt x="4029994" y="2216692"/>
                  <a:pt x="4037424" y="2228314"/>
                </a:cubicBezTo>
                <a:cubicBezTo>
                  <a:pt x="4057999" y="2260890"/>
                  <a:pt x="4071905" y="2295753"/>
                  <a:pt x="4066381" y="2334044"/>
                </a:cubicBezTo>
                <a:cubicBezTo>
                  <a:pt x="4061999" y="2364715"/>
                  <a:pt x="4073239" y="2390434"/>
                  <a:pt x="4090766" y="2409485"/>
                </a:cubicBezTo>
                <a:cubicBezTo>
                  <a:pt x="4098720" y="2418154"/>
                  <a:pt x="4104233" y="2426976"/>
                  <a:pt x="4107867" y="2435912"/>
                </a:cubicBezTo>
                <a:lnTo>
                  <a:pt x="4113698" y="2463017"/>
                </a:lnTo>
                <a:lnTo>
                  <a:pt x="4105056" y="2518262"/>
                </a:lnTo>
                <a:lnTo>
                  <a:pt x="4105055" y="2518263"/>
                </a:lnTo>
                <a:cubicBezTo>
                  <a:pt x="4102388" y="2527789"/>
                  <a:pt x="4101244" y="2536456"/>
                  <a:pt x="4101411" y="2545005"/>
                </a:cubicBezTo>
                <a:lnTo>
                  <a:pt x="4101411" y="2545006"/>
                </a:lnTo>
                <a:cubicBezTo>
                  <a:pt x="4101577" y="2553555"/>
                  <a:pt x="4103054" y="2561985"/>
                  <a:pt x="4105625" y="2571034"/>
                </a:cubicBezTo>
                <a:cubicBezTo>
                  <a:pt x="4117627" y="2612945"/>
                  <a:pt x="4150204" y="2640950"/>
                  <a:pt x="4178779" y="2668001"/>
                </a:cubicBezTo>
                <a:cubicBezTo>
                  <a:pt x="4203164" y="2691054"/>
                  <a:pt x="4216880" y="2716963"/>
                  <a:pt x="4227170" y="2745348"/>
                </a:cubicBezTo>
                <a:lnTo>
                  <a:pt x="4227170" y="2745351"/>
                </a:lnTo>
                <a:lnTo>
                  <a:pt x="4233090" y="2778005"/>
                </a:lnTo>
                <a:lnTo>
                  <a:pt x="4232670" y="2785439"/>
                </a:lnTo>
                <a:lnTo>
                  <a:pt x="4222591" y="2811779"/>
                </a:lnTo>
                <a:lnTo>
                  <a:pt x="4222587" y="2811786"/>
                </a:lnTo>
                <a:lnTo>
                  <a:pt x="4222588" y="2811786"/>
                </a:lnTo>
                <a:lnTo>
                  <a:pt x="4222591" y="2811779"/>
                </a:lnTo>
                <a:lnTo>
                  <a:pt x="4232241" y="2793022"/>
                </a:lnTo>
                <a:lnTo>
                  <a:pt x="4232670" y="2785439"/>
                </a:lnTo>
                <a:lnTo>
                  <a:pt x="4233870" y="2782304"/>
                </a:lnTo>
                <a:lnTo>
                  <a:pt x="4233090" y="2778005"/>
                </a:lnTo>
                <a:lnTo>
                  <a:pt x="4233500" y="2770757"/>
                </a:lnTo>
                <a:lnTo>
                  <a:pt x="4227170" y="2745351"/>
                </a:lnTo>
                <a:lnTo>
                  <a:pt x="4227170" y="2745347"/>
                </a:lnTo>
                <a:cubicBezTo>
                  <a:pt x="4216880" y="2716962"/>
                  <a:pt x="4203164" y="2691053"/>
                  <a:pt x="4178779" y="2668000"/>
                </a:cubicBezTo>
                <a:cubicBezTo>
                  <a:pt x="4150204" y="2640949"/>
                  <a:pt x="4117627" y="2612944"/>
                  <a:pt x="4105625" y="2571033"/>
                </a:cubicBezTo>
                <a:lnTo>
                  <a:pt x="4101411" y="2545006"/>
                </a:lnTo>
                <a:lnTo>
                  <a:pt x="4105055" y="2518264"/>
                </a:lnTo>
                <a:lnTo>
                  <a:pt x="4105056" y="2518262"/>
                </a:lnTo>
                <a:lnTo>
                  <a:pt x="4111636" y="2490550"/>
                </a:lnTo>
                <a:lnTo>
                  <a:pt x="4113698" y="2463017"/>
                </a:lnTo>
                <a:lnTo>
                  <a:pt x="4113698" y="2463016"/>
                </a:lnTo>
                <a:cubicBezTo>
                  <a:pt x="4112817" y="2444776"/>
                  <a:pt x="4106674" y="2426821"/>
                  <a:pt x="4090766" y="2409484"/>
                </a:cubicBezTo>
                <a:cubicBezTo>
                  <a:pt x="4073239" y="2390433"/>
                  <a:pt x="4061999" y="2364714"/>
                  <a:pt x="4066381" y="2334043"/>
                </a:cubicBezTo>
                <a:cubicBezTo>
                  <a:pt x="4071905" y="2295752"/>
                  <a:pt x="4057999" y="2260889"/>
                  <a:pt x="4037424" y="2228313"/>
                </a:cubicBezTo>
                <a:cubicBezTo>
                  <a:pt x="4029994" y="2216691"/>
                  <a:pt x="4025804" y="2202403"/>
                  <a:pt x="4022184" y="2188878"/>
                </a:cubicBezTo>
                <a:cubicBezTo>
                  <a:pt x="4013801" y="2157635"/>
                  <a:pt x="4006371" y="2126200"/>
                  <a:pt x="3999513" y="2094577"/>
                </a:cubicBezTo>
                <a:cubicBezTo>
                  <a:pt x="3993799" y="2068668"/>
                  <a:pt x="3989607" y="2042569"/>
                  <a:pt x="3984654" y="2016468"/>
                </a:cubicBezTo>
                <a:cubicBezTo>
                  <a:pt x="3979320" y="1987893"/>
                  <a:pt x="3966936" y="1965223"/>
                  <a:pt x="3938171" y="1953412"/>
                </a:cubicBezTo>
                <a:cubicBezTo>
                  <a:pt x="3929027" y="1949602"/>
                  <a:pt x="3921786" y="1940458"/>
                  <a:pt x="3914166" y="1933218"/>
                </a:cubicBezTo>
                <a:cubicBezTo>
                  <a:pt x="3908642" y="1928075"/>
                  <a:pt x="3904450" y="1921215"/>
                  <a:pt x="3898736" y="1916453"/>
                </a:cubicBezTo>
                <a:cubicBezTo>
                  <a:pt x="3868635" y="1891496"/>
                  <a:pt x="3838346" y="1866921"/>
                  <a:pt x="3808245" y="1842157"/>
                </a:cubicBezTo>
                <a:cubicBezTo>
                  <a:pt x="3805387" y="1839678"/>
                  <a:pt x="3801958" y="1837012"/>
                  <a:pt x="3800624" y="1833774"/>
                </a:cubicBezTo>
                <a:cubicBezTo>
                  <a:pt x="3786718" y="1800245"/>
                  <a:pt x="3773575" y="1766334"/>
                  <a:pt x="3758903" y="1733187"/>
                </a:cubicBezTo>
                <a:cubicBezTo>
                  <a:pt x="3753189" y="1720422"/>
                  <a:pt x="3746141" y="1707278"/>
                  <a:pt x="3736235" y="1697752"/>
                </a:cubicBezTo>
                <a:cubicBezTo>
                  <a:pt x="3713755" y="1676035"/>
                  <a:pt x="3689369" y="1656222"/>
                  <a:pt x="3679653" y="1624979"/>
                </a:cubicBezTo>
                <a:cubicBezTo>
                  <a:pt x="3676797" y="1615835"/>
                  <a:pt x="3675272" y="1604977"/>
                  <a:pt x="3677749" y="1596212"/>
                </a:cubicBezTo>
                <a:close/>
                <a:moveTo>
                  <a:pt x="3724447" y="1459072"/>
                </a:moveTo>
                <a:lnTo>
                  <a:pt x="3724446" y="1459073"/>
                </a:lnTo>
                <a:lnTo>
                  <a:pt x="3715229" y="1481571"/>
                </a:lnTo>
                <a:close/>
                <a:moveTo>
                  <a:pt x="3743640" y="1268757"/>
                </a:moveTo>
                <a:cubicBezTo>
                  <a:pt x="3744092" y="1275401"/>
                  <a:pt x="3745664" y="1281688"/>
                  <a:pt x="3748807" y="1286069"/>
                </a:cubicBezTo>
                <a:cubicBezTo>
                  <a:pt x="3763380" y="1306929"/>
                  <a:pt x="3769620" y="1328552"/>
                  <a:pt x="3771144" y="1350627"/>
                </a:cubicBezTo>
                <a:lnTo>
                  <a:pt x="3765550" y="1413839"/>
                </a:lnTo>
                <a:lnTo>
                  <a:pt x="3771145" y="1350626"/>
                </a:lnTo>
                <a:cubicBezTo>
                  <a:pt x="3769620" y="1328551"/>
                  <a:pt x="3763381" y="1306929"/>
                  <a:pt x="3748807" y="1286068"/>
                </a:cubicBezTo>
                <a:close/>
                <a:moveTo>
                  <a:pt x="3685369" y="773034"/>
                </a:moveTo>
                <a:lnTo>
                  <a:pt x="3685369" y="773035"/>
                </a:lnTo>
                <a:cubicBezTo>
                  <a:pt x="3687655" y="800276"/>
                  <a:pt x="3690893" y="827329"/>
                  <a:pt x="3693369" y="854379"/>
                </a:cubicBezTo>
                <a:cubicBezTo>
                  <a:pt x="3695655" y="878956"/>
                  <a:pt x="3696417" y="903722"/>
                  <a:pt x="3724422" y="915343"/>
                </a:cubicBezTo>
                <a:cubicBezTo>
                  <a:pt x="3728804" y="917059"/>
                  <a:pt x="3732042" y="922773"/>
                  <a:pt x="3734900" y="927155"/>
                </a:cubicBezTo>
                <a:cubicBezTo>
                  <a:pt x="3778908" y="994785"/>
                  <a:pt x="3777764" y="1030980"/>
                  <a:pt x="3731280" y="1097087"/>
                </a:cubicBezTo>
                <a:cubicBezTo>
                  <a:pt x="3726518" y="1103945"/>
                  <a:pt x="3723088" y="1118613"/>
                  <a:pt x="3726898" y="1123185"/>
                </a:cubicBezTo>
                <a:cubicBezTo>
                  <a:pt x="3742710" y="1142617"/>
                  <a:pt x="3749759" y="1162953"/>
                  <a:pt x="3751617" y="1184028"/>
                </a:cubicBezTo>
                <a:cubicBezTo>
                  <a:pt x="3749759" y="1162953"/>
                  <a:pt x="3742711" y="1142616"/>
                  <a:pt x="3726899" y="1123184"/>
                </a:cubicBezTo>
                <a:cubicBezTo>
                  <a:pt x="3723089" y="1118612"/>
                  <a:pt x="3726519" y="1103944"/>
                  <a:pt x="3731281" y="1097086"/>
                </a:cubicBezTo>
                <a:cubicBezTo>
                  <a:pt x="3777765" y="1030979"/>
                  <a:pt x="3778909" y="994784"/>
                  <a:pt x="3734901" y="927154"/>
                </a:cubicBezTo>
                <a:cubicBezTo>
                  <a:pt x="3732043" y="922772"/>
                  <a:pt x="3728805" y="917058"/>
                  <a:pt x="3724423" y="915342"/>
                </a:cubicBezTo>
                <a:cubicBezTo>
                  <a:pt x="3696417" y="903721"/>
                  <a:pt x="3695655" y="878955"/>
                  <a:pt x="3693369" y="854378"/>
                </a:cubicBezTo>
                <a:close/>
                <a:moveTo>
                  <a:pt x="3740770" y="517850"/>
                </a:moveTo>
                <a:lnTo>
                  <a:pt x="3731852" y="556047"/>
                </a:lnTo>
                <a:cubicBezTo>
                  <a:pt x="3729756" y="564048"/>
                  <a:pt x="3724232" y="572622"/>
                  <a:pt x="3725374" y="580050"/>
                </a:cubicBezTo>
                <a:cubicBezTo>
                  <a:pt x="3728708" y="601578"/>
                  <a:pt x="3726279" y="622200"/>
                  <a:pt x="3721993" y="642537"/>
                </a:cubicBezTo>
                <a:lnTo>
                  <a:pt x="3709470" y="694927"/>
                </a:lnTo>
                <a:lnTo>
                  <a:pt x="3721994" y="642536"/>
                </a:lnTo>
                <a:cubicBezTo>
                  <a:pt x="3726280" y="622200"/>
                  <a:pt x="3728709" y="601577"/>
                  <a:pt x="3725375" y="580049"/>
                </a:cubicBezTo>
                <a:cubicBezTo>
                  <a:pt x="3724233" y="572621"/>
                  <a:pt x="3729757" y="564047"/>
                  <a:pt x="3731853" y="556046"/>
                </a:cubicBezTo>
                <a:close/>
                <a:moveTo>
                  <a:pt x="3754065" y="298168"/>
                </a:moveTo>
                <a:lnTo>
                  <a:pt x="3739283" y="313532"/>
                </a:lnTo>
                <a:lnTo>
                  <a:pt x="3739283" y="313532"/>
                </a:lnTo>
                <a:lnTo>
                  <a:pt x="3739282" y="313533"/>
                </a:lnTo>
                <a:cubicBezTo>
                  <a:pt x="3735090" y="316389"/>
                  <a:pt x="3737376" y="330298"/>
                  <a:pt x="3738710" y="338870"/>
                </a:cubicBezTo>
                <a:lnTo>
                  <a:pt x="3738716" y="338898"/>
                </a:lnTo>
                <a:lnTo>
                  <a:pt x="3748617" y="395639"/>
                </a:lnTo>
                <a:lnTo>
                  <a:pt x="3744807" y="367327"/>
                </a:lnTo>
                <a:lnTo>
                  <a:pt x="3738716" y="338898"/>
                </a:lnTo>
                <a:lnTo>
                  <a:pt x="3738711" y="338869"/>
                </a:lnTo>
                <a:cubicBezTo>
                  <a:pt x="3738044" y="334583"/>
                  <a:pt x="3737139" y="328963"/>
                  <a:pt x="3736925" y="324057"/>
                </a:cubicBezTo>
                <a:lnTo>
                  <a:pt x="3739283" y="313532"/>
                </a:lnTo>
                <a:close/>
                <a:moveTo>
                  <a:pt x="3761610" y="281567"/>
                </a:moveTo>
                <a:lnTo>
                  <a:pt x="3756715" y="295414"/>
                </a:lnTo>
                <a:lnTo>
                  <a:pt x="3756716" y="295414"/>
                </a:lnTo>
                <a:close/>
                <a:moveTo>
                  <a:pt x="3748290" y="24485"/>
                </a:moveTo>
                <a:lnTo>
                  <a:pt x="3746027" y="74128"/>
                </a:lnTo>
                <a:cubicBezTo>
                  <a:pt x="3746950" y="91491"/>
                  <a:pt x="3749260" y="108702"/>
                  <a:pt x="3751951" y="125860"/>
                </a:cubicBezTo>
                <a:lnTo>
                  <a:pt x="3756346" y="153386"/>
                </a:lnTo>
                <a:lnTo>
                  <a:pt x="3764619" y="228943"/>
                </a:lnTo>
                <a:lnTo>
                  <a:pt x="3760160" y="177270"/>
                </a:lnTo>
                <a:lnTo>
                  <a:pt x="3756346" y="153386"/>
                </a:lnTo>
                <a:lnTo>
                  <a:pt x="3756147" y="151568"/>
                </a:lnTo>
                <a:cubicBezTo>
                  <a:pt x="3751917" y="125875"/>
                  <a:pt x="3747412" y="100173"/>
                  <a:pt x="3746028" y="74128"/>
                </a:cubicBezTo>
                <a:close/>
                <a:moveTo>
                  <a:pt x="3745709" y="0"/>
                </a:moveTo>
                <a:lnTo>
                  <a:pt x="3748427" y="21485"/>
                </a:lnTo>
                <a:lnTo>
                  <a:pt x="3745709" y="0"/>
                </a:lnTo>
                <a:lnTo>
                  <a:pt x="4209817" y="0"/>
                </a:lnTo>
                <a:lnTo>
                  <a:pt x="4208690" y="2816"/>
                </a:lnTo>
                <a:cubicBezTo>
                  <a:pt x="4200308" y="21485"/>
                  <a:pt x="4197640" y="43011"/>
                  <a:pt x="4194592" y="63586"/>
                </a:cubicBezTo>
                <a:cubicBezTo>
                  <a:pt x="4189067" y="101307"/>
                  <a:pt x="4185637" y="139218"/>
                  <a:pt x="4180685" y="176938"/>
                </a:cubicBezTo>
                <a:cubicBezTo>
                  <a:pt x="4179541" y="184940"/>
                  <a:pt x="4177447" y="194084"/>
                  <a:pt x="4172683" y="200181"/>
                </a:cubicBezTo>
                <a:cubicBezTo>
                  <a:pt x="4140678" y="241900"/>
                  <a:pt x="4131725" y="292578"/>
                  <a:pt x="4134771" y="340773"/>
                </a:cubicBezTo>
                <a:cubicBezTo>
                  <a:pt x="4137060" y="378685"/>
                  <a:pt x="4138774" y="415834"/>
                  <a:pt x="4135536" y="453363"/>
                </a:cubicBezTo>
                <a:cubicBezTo>
                  <a:pt x="4135344" y="456221"/>
                  <a:pt x="4135726" y="460031"/>
                  <a:pt x="4137250" y="462125"/>
                </a:cubicBezTo>
                <a:cubicBezTo>
                  <a:pt x="4147346" y="475080"/>
                  <a:pt x="4148108" y="488606"/>
                  <a:pt x="4149822" y="505181"/>
                </a:cubicBezTo>
                <a:cubicBezTo>
                  <a:pt x="4152300" y="528614"/>
                  <a:pt x="4150584" y="550140"/>
                  <a:pt x="4146394" y="571859"/>
                </a:cubicBezTo>
                <a:cubicBezTo>
                  <a:pt x="4143346" y="587671"/>
                  <a:pt x="4137060" y="603672"/>
                  <a:pt x="4129057" y="617771"/>
                </a:cubicBezTo>
                <a:cubicBezTo>
                  <a:pt x="4117817" y="637391"/>
                  <a:pt x="4113437" y="656254"/>
                  <a:pt x="4128295" y="674922"/>
                </a:cubicBezTo>
                <a:cubicBezTo>
                  <a:pt x="4144108" y="695115"/>
                  <a:pt x="4138584" y="717976"/>
                  <a:pt x="4139154" y="740267"/>
                </a:cubicBezTo>
                <a:cubicBezTo>
                  <a:pt x="4139346" y="749981"/>
                  <a:pt x="4138964" y="760269"/>
                  <a:pt x="4141440" y="769604"/>
                </a:cubicBezTo>
                <a:cubicBezTo>
                  <a:pt x="4148490" y="796654"/>
                  <a:pt x="4159158" y="822755"/>
                  <a:pt x="4163920" y="850188"/>
                </a:cubicBezTo>
                <a:cubicBezTo>
                  <a:pt x="4166587" y="865429"/>
                  <a:pt x="4161824" y="882383"/>
                  <a:pt x="4158396" y="898197"/>
                </a:cubicBezTo>
                <a:cubicBezTo>
                  <a:pt x="4154776" y="914199"/>
                  <a:pt x="4149252" y="930010"/>
                  <a:pt x="4143536" y="945443"/>
                </a:cubicBezTo>
                <a:cubicBezTo>
                  <a:pt x="4139726" y="955919"/>
                  <a:pt x="4136106" y="967349"/>
                  <a:pt x="4129247" y="975732"/>
                </a:cubicBezTo>
                <a:cubicBezTo>
                  <a:pt x="4113627" y="994784"/>
                  <a:pt x="4110959" y="1014405"/>
                  <a:pt x="4119151" y="1036886"/>
                </a:cubicBezTo>
                <a:cubicBezTo>
                  <a:pt x="4120485" y="1040314"/>
                  <a:pt x="4120485" y="1044314"/>
                  <a:pt x="4120675" y="1048124"/>
                </a:cubicBezTo>
                <a:cubicBezTo>
                  <a:pt x="4124675" y="1109090"/>
                  <a:pt x="4127153" y="1170050"/>
                  <a:pt x="4133249" y="1230632"/>
                </a:cubicBezTo>
                <a:cubicBezTo>
                  <a:pt x="4135726" y="1255205"/>
                  <a:pt x="4146584" y="1278828"/>
                  <a:pt x="4153442" y="1303023"/>
                </a:cubicBezTo>
                <a:cubicBezTo>
                  <a:pt x="4154776" y="1307977"/>
                  <a:pt x="4156872" y="1313503"/>
                  <a:pt x="4155918" y="1318455"/>
                </a:cubicBezTo>
                <a:cubicBezTo>
                  <a:pt x="4146394" y="1372367"/>
                  <a:pt x="4160300" y="1422853"/>
                  <a:pt x="4178589" y="1472574"/>
                </a:cubicBezTo>
                <a:cubicBezTo>
                  <a:pt x="4180495" y="1477716"/>
                  <a:pt x="4179923" y="1484003"/>
                  <a:pt x="4179541" y="1489719"/>
                </a:cubicBezTo>
                <a:cubicBezTo>
                  <a:pt x="4178209" y="1505723"/>
                  <a:pt x="4171541" y="1523058"/>
                  <a:pt x="4175541" y="1537536"/>
                </a:cubicBezTo>
                <a:cubicBezTo>
                  <a:pt x="4186591" y="1576018"/>
                  <a:pt x="4199926" y="1614119"/>
                  <a:pt x="4216690" y="1650316"/>
                </a:cubicBezTo>
                <a:cubicBezTo>
                  <a:pt x="4233645" y="1687085"/>
                  <a:pt x="4247933" y="1721184"/>
                  <a:pt x="4230789" y="1763286"/>
                </a:cubicBezTo>
                <a:cubicBezTo>
                  <a:pt x="4223548" y="1781193"/>
                  <a:pt x="4228693" y="1804815"/>
                  <a:pt x="4230597" y="1825392"/>
                </a:cubicBezTo>
                <a:cubicBezTo>
                  <a:pt x="4232121" y="1840440"/>
                  <a:pt x="4240696" y="1854919"/>
                  <a:pt x="4240696" y="1869779"/>
                </a:cubicBezTo>
                <a:cubicBezTo>
                  <a:pt x="4240696" y="1909407"/>
                  <a:pt x="4250791" y="1944648"/>
                  <a:pt x="4271366" y="1978939"/>
                </a:cubicBezTo>
                <a:cubicBezTo>
                  <a:pt x="4279367" y="1992278"/>
                  <a:pt x="4274032" y="2013042"/>
                  <a:pt x="4276128" y="2030377"/>
                </a:cubicBezTo>
                <a:cubicBezTo>
                  <a:pt x="4278604" y="2048667"/>
                  <a:pt x="4280890" y="2067524"/>
                  <a:pt x="4286418" y="2085053"/>
                </a:cubicBezTo>
                <a:cubicBezTo>
                  <a:pt x="4300895" y="2130392"/>
                  <a:pt x="4317278" y="2175162"/>
                  <a:pt x="4332518" y="2220311"/>
                </a:cubicBezTo>
                <a:cubicBezTo>
                  <a:pt x="4345093" y="2257458"/>
                  <a:pt x="4335186" y="2294038"/>
                  <a:pt x="4329853" y="2330805"/>
                </a:cubicBezTo>
                <a:cubicBezTo>
                  <a:pt x="4326422" y="2353858"/>
                  <a:pt x="4318230" y="2375382"/>
                  <a:pt x="4330422" y="2401291"/>
                </a:cubicBezTo>
                <a:cubicBezTo>
                  <a:pt x="4342044" y="2426058"/>
                  <a:pt x="4339377" y="2457491"/>
                  <a:pt x="4345663" y="2485306"/>
                </a:cubicBezTo>
                <a:cubicBezTo>
                  <a:pt x="4350997" y="2508741"/>
                  <a:pt x="4359572" y="2531408"/>
                  <a:pt x="4367953" y="2554078"/>
                </a:cubicBezTo>
                <a:cubicBezTo>
                  <a:pt x="4379384" y="2584941"/>
                  <a:pt x="4391384" y="2615420"/>
                  <a:pt x="4385670" y="2649142"/>
                </a:cubicBezTo>
                <a:cubicBezTo>
                  <a:pt x="4379192" y="2687435"/>
                  <a:pt x="4403577" y="2713722"/>
                  <a:pt x="4419771" y="2743825"/>
                </a:cubicBezTo>
                <a:cubicBezTo>
                  <a:pt x="4430819" y="2764589"/>
                  <a:pt x="4439012" y="2787258"/>
                  <a:pt x="4445870" y="2809929"/>
                </a:cubicBezTo>
                <a:cubicBezTo>
                  <a:pt x="4454824" y="2840218"/>
                  <a:pt x="4460158" y="2871461"/>
                  <a:pt x="4468921" y="2901942"/>
                </a:cubicBezTo>
                <a:cubicBezTo>
                  <a:pt x="4482065" y="2948046"/>
                  <a:pt x="4492353" y="2994721"/>
                  <a:pt x="4485113" y="3042727"/>
                </a:cubicBezTo>
                <a:cubicBezTo>
                  <a:pt x="4481875" y="3064826"/>
                  <a:pt x="4482065" y="3085402"/>
                  <a:pt x="4486829" y="3107499"/>
                </a:cubicBezTo>
                <a:cubicBezTo>
                  <a:pt x="4494639" y="3143694"/>
                  <a:pt x="4495592" y="3180843"/>
                  <a:pt x="4524738" y="3209992"/>
                </a:cubicBezTo>
                <a:cubicBezTo>
                  <a:pt x="4535027" y="3220279"/>
                  <a:pt x="4537693" y="3238757"/>
                  <a:pt x="4543028" y="3253808"/>
                </a:cubicBezTo>
                <a:cubicBezTo>
                  <a:pt x="4549315" y="3271144"/>
                  <a:pt x="4546075" y="3283907"/>
                  <a:pt x="4527787" y="3293243"/>
                </a:cubicBezTo>
                <a:cubicBezTo>
                  <a:pt x="4519596" y="3297433"/>
                  <a:pt x="4511594" y="3309436"/>
                  <a:pt x="4510260" y="3318770"/>
                </a:cubicBezTo>
                <a:cubicBezTo>
                  <a:pt x="4506260" y="3346775"/>
                  <a:pt x="4512166" y="3372494"/>
                  <a:pt x="4525122" y="3399545"/>
                </a:cubicBezTo>
                <a:cubicBezTo>
                  <a:pt x="4537313" y="3424882"/>
                  <a:pt x="4535979" y="3456507"/>
                  <a:pt x="4540741" y="3485274"/>
                </a:cubicBezTo>
                <a:cubicBezTo>
                  <a:pt x="4544171" y="3505656"/>
                  <a:pt x="4551219" y="3526041"/>
                  <a:pt x="4551219" y="3546616"/>
                </a:cubicBezTo>
                <a:cubicBezTo>
                  <a:pt x="4551219" y="3572145"/>
                  <a:pt x="4545123" y="3597481"/>
                  <a:pt x="4542837" y="3623200"/>
                </a:cubicBezTo>
                <a:cubicBezTo>
                  <a:pt x="4540933" y="3643203"/>
                  <a:pt x="4541695" y="3663588"/>
                  <a:pt x="4539409" y="3683590"/>
                </a:cubicBezTo>
                <a:cubicBezTo>
                  <a:pt x="4537693" y="3699975"/>
                  <a:pt x="4533313" y="3716167"/>
                  <a:pt x="4529694" y="3732360"/>
                </a:cubicBezTo>
                <a:cubicBezTo>
                  <a:pt x="4528359" y="3738266"/>
                  <a:pt x="4523214" y="3744172"/>
                  <a:pt x="4523976" y="3749505"/>
                </a:cubicBezTo>
                <a:cubicBezTo>
                  <a:pt x="4532169" y="3802466"/>
                  <a:pt x="4495592" y="3840568"/>
                  <a:pt x="4479399" y="3885337"/>
                </a:cubicBezTo>
                <a:cubicBezTo>
                  <a:pt x="4462252" y="3932393"/>
                  <a:pt x="4435964" y="3977924"/>
                  <a:pt x="4443774" y="4030502"/>
                </a:cubicBezTo>
                <a:cubicBezTo>
                  <a:pt x="4448536" y="4062317"/>
                  <a:pt x="4459586" y="4092988"/>
                  <a:pt x="4466255" y="4124613"/>
                </a:cubicBezTo>
                <a:cubicBezTo>
                  <a:pt x="4468541" y="4135853"/>
                  <a:pt x="4468159" y="4148426"/>
                  <a:pt x="4465873" y="4159666"/>
                </a:cubicBezTo>
                <a:cubicBezTo>
                  <a:pt x="4455394" y="4213960"/>
                  <a:pt x="4453871" y="4267492"/>
                  <a:pt x="4471017" y="4320836"/>
                </a:cubicBezTo>
                <a:cubicBezTo>
                  <a:pt x="4473875" y="4329978"/>
                  <a:pt x="4476541" y="4339694"/>
                  <a:pt x="4476541" y="4349221"/>
                </a:cubicBezTo>
                <a:cubicBezTo>
                  <a:pt x="4476541" y="4401418"/>
                  <a:pt x="4472541" y="4452664"/>
                  <a:pt x="4453871" y="4502578"/>
                </a:cubicBezTo>
                <a:cubicBezTo>
                  <a:pt x="4447584" y="4519342"/>
                  <a:pt x="4451584" y="4539727"/>
                  <a:pt x="4450060" y="4558206"/>
                </a:cubicBezTo>
                <a:cubicBezTo>
                  <a:pt x="4448728" y="4575350"/>
                  <a:pt x="4448156" y="4592877"/>
                  <a:pt x="4443774" y="4609451"/>
                </a:cubicBezTo>
                <a:cubicBezTo>
                  <a:pt x="4437298" y="4633646"/>
                  <a:pt x="4436536" y="4656125"/>
                  <a:pt x="4442250" y="4681082"/>
                </a:cubicBezTo>
                <a:cubicBezTo>
                  <a:pt x="4447584" y="4704894"/>
                  <a:pt x="4444919" y="4730613"/>
                  <a:pt x="4445108" y="4755380"/>
                </a:cubicBezTo>
                <a:cubicBezTo>
                  <a:pt x="4445298" y="4783003"/>
                  <a:pt x="4445488" y="4810626"/>
                  <a:pt x="4444537" y="4838249"/>
                </a:cubicBezTo>
                <a:cubicBezTo>
                  <a:pt x="4444156" y="4849299"/>
                  <a:pt x="4436536" y="4861872"/>
                  <a:pt x="4439584" y="4871018"/>
                </a:cubicBezTo>
                <a:cubicBezTo>
                  <a:pt x="4449870" y="4900545"/>
                  <a:pt x="4437488" y="4930074"/>
                  <a:pt x="4443012" y="4959601"/>
                </a:cubicBezTo>
                <a:cubicBezTo>
                  <a:pt x="4445870" y="4974081"/>
                  <a:pt x="4438060" y="4990464"/>
                  <a:pt x="4437298" y="5006085"/>
                </a:cubicBezTo>
                <a:cubicBezTo>
                  <a:pt x="4435964" y="5031613"/>
                  <a:pt x="4436536" y="5057140"/>
                  <a:pt x="4436154" y="5082669"/>
                </a:cubicBezTo>
                <a:cubicBezTo>
                  <a:pt x="4435964" y="5091051"/>
                  <a:pt x="4435203" y="5099244"/>
                  <a:pt x="4434819" y="5107626"/>
                </a:cubicBezTo>
                <a:cubicBezTo>
                  <a:pt x="4434439" y="5115056"/>
                  <a:pt x="4432725" y="5122866"/>
                  <a:pt x="4434057" y="5129915"/>
                </a:cubicBezTo>
                <a:cubicBezTo>
                  <a:pt x="4438822" y="5155444"/>
                  <a:pt x="4446632" y="5180590"/>
                  <a:pt x="4449680" y="5206307"/>
                </a:cubicBezTo>
                <a:cubicBezTo>
                  <a:pt x="4452346" y="5228596"/>
                  <a:pt x="4448728" y="5251649"/>
                  <a:pt x="4450632" y="5274128"/>
                </a:cubicBezTo>
                <a:cubicBezTo>
                  <a:pt x="4453871" y="5313753"/>
                  <a:pt x="4459586" y="5353378"/>
                  <a:pt x="4463207" y="5393004"/>
                </a:cubicBezTo>
                <a:cubicBezTo>
                  <a:pt x="4463968" y="5401578"/>
                  <a:pt x="4459204" y="5410530"/>
                  <a:pt x="4458824" y="5419294"/>
                </a:cubicBezTo>
                <a:cubicBezTo>
                  <a:pt x="4457872" y="5446727"/>
                  <a:pt x="4457680" y="5474160"/>
                  <a:pt x="4457110" y="5501593"/>
                </a:cubicBezTo>
                <a:cubicBezTo>
                  <a:pt x="4456918" y="5517214"/>
                  <a:pt x="4457490" y="5533026"/>
                  <a:pt x="4455776" y="5548459"/>
                </a:cubicBezTo>
                <a:cubicBezTo>
                  <a:pt x="4453490" y="5568841"/>
                  <a:pt x="4450060" y="5587320"/>
                  <a:pt x="4464920" y="5606371"/>
                </a:cubicBezTo>
                <a:cubicBezTo>
                  <a:pt x="4487972" y="5635710"/>
                  <a:pt x="4479018" y="5673049"/>
                  <a:pt x="4484351" y="5706958"/>
                </a:cubicBezTo>
                <a:cubicBezTo>
                  <a:pt x="4485685" y="5715722"/>
                  <a:pt x="4485875" y="5724677"/>
                  <a:pt x="4487399" y="5733439"/>
                </a:cubicBezTo>
                <a:cubicBezTo>
                  <a:pt x="4490257" y="5749633"/>
                  <a:pt x="4493495" y="5765634"/>
                  <a:pt x="4496736" y="5781829"/>
                </a:cubicBezTo>
                <a:cubicBezTo>
                  <a:pt x="4497306" y="5784685"/>
                  <a:pt x="4497498" y="5787923"/>
                  <a:pt x="4498450" y="5790591"/>
                </a:cubicBezTo>
                <a:cubicBezTo>
                  <a:pt x="4506450" y="5815168"/>
                  <a:pt x="4515594" y="5839360"/>
                  <a:pt x="4522072" y="5864317"/>
                </a:cubicBezTo>
                <a:cubicBezTo>
                  <a:pt x="4525311" y="5876510"/>
                  <a:pt x="4525693" y="5890036"/>
                  <a:pt x="4523976" y="5902609"/>
                </a:cubicBezTo>
                <a:cubicBezTo>
                  <a:pt x="4519024" y="5939376"/>
                  <a:pt x="4516928" y="5975763"/>
                  <a:pt x="4524168" y="6012722"/>
                </a:cubicBezTo>
                <a:cubicBezTo>
                  <a:pt x="4527025" y="6027391"/>
                  <a:pt x="4522263" y="6043775"/>
                  <a:pt x="4520548" y="6059396"/>
                </a:cubicBezTo>
                <a:cubicBezTo>
                  <a:pt x="4515976" y="6096735"/>
                  <a:pt x="4511022" y="6134074"/>
                  <a:pt x="4506642" y="6171604"/>
                </a:cubicBezTo>
                <a:cubicBezTo>
                  <a:pt x="4503975" y="6195036"/>
                  <a:pt x="4502450" y="6218659"/>
                  <a:pt x="4499785" y="6242092"/>
                </a:cubicBezTo>
                <a:cubicBezTo>
                  <a:pt x="4496544" y="6269143"/>
                  <a:pt x="4491591" y="6296004"/>
                  <a:pt x="4488923" y="6323057"/>
                </a:cubicBezTo>
                <a:cubicBezTo>
                  <a:pt x="4485875" y="6353918"/>
                  <a:pt x="4485305" y="6384971"/>
                  <a:pt x="4482065" y="6415832"/>
                </a:cubicBezTo>
                <a:cubicBezTo>
                  <a:pt x="4475779" y="6472224"/>
                  <a:pt x="4468349" y="6528423"/>
                  <a:pt x="4461300" y="6584811"/>
                </a:cubicBezTo>
                <a:cubicBezTo>
                  <a:pt x="4454442" y="6639487"/>
                  <a:pt x="4448346" y="6694163"/>
                  <a:pt x="4439775" y="6748457"/>
                </a:cubicBezTo>
                <a:cubicBezTo>
                  <a:pt x="4436154" y="6771318"/>
                  <a:pt x="4426247" y="6793034"/>
                  <a:pt x="4420723" y="6815515"/>
                </a:cubicBezTo>
                <a:lnTo>
                  <a:pt x="4411023" y="6858000"/>
                </a:lnTo>
                <a:lnTo>
                  <a:pt x="4238770" y="6858000"/>
                </a:lnTo>
                <a:lnTo>
                  <a:pt x="0" y="6858000"/>
                </a:lnTo>
                <a:lnTo>
                  <a:pt x="0" y="1"/>
                </a:lnTo>
                <a:close/>
              </a:path>
            </a:pathLst>
          </a:cu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9EE05F8-E4AA-1E33-F110-D0DCCEDAC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836CD53-7CDD-62DB-A8E1-604DB95CA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67E6D38-4EB1-ECA4-B315-907CABF8D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6504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24B0B-30F1-EB0B-FD2A-C2E9D5553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36390"/>
            <a:ext cx="6155988" cy="11829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 for discussion….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3C10771-EBF6-ED0B-C274-5D791A7E3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776" y="2829330"/>
            <a:ext cx="6190412" cy="3344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“Best match for your condition”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“First session ₹200 off”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Profile completeness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Blue tick verification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Rebook in 1 Tap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Add Notes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Notify - “Time for your next physio session?”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Package Sessions</a:t>
            </a:r>
          </a:p>
        </p:txBody>
      </p:sp>
      <p:pic>
        <p:nvPicPr>
          <p:cNvPr id="5" name="Video 4" descr="People Discussing">
            <a:extLst>
              <a:ext uri="{FF2B5EF4-FFF2-40B4-BE49-F238E27FC236}">
                <a16:creationId xmlns:a16="http://schemas.microsoft.com/office/drawing/2014/main" id="{12E362BD-0501-A201-EB45-3D6A19B5F4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6359679" y="2651179"/>
            <a:ext cx="5475173" cy="3071037"/>
          </a:xfrm>
          <a:prstGeom prst="rect">
            <a:avLst/>
          </a:prstGeom>
        </p:spPr>
      </p:pic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8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A274C69-4FE9-4EA8-8593-86DA52BB5BE4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556</Words>
  <Application>Microsoft Office PowerPoint</Application>
  <PresentationFormat>Widescreen</PresentationFormat>
  <Paragraphs>116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Why 1 instead of 2?</vt:lpstr>
      <vt:lpstr>Short Truth</vt:lpstr>
      <vt:lpstr>WHY ONE APP IS BETTER? </vt:lpstr>
      <vt:lpstr>WHAT HAPPENS IF SOMEONE CHOOSES PHYSIO BY MISTAKE? </vt:lpstr>
      <vt:lpstr>HOW TO PREVENT CONFUSION FOR USERS (UI TIPS) </vt:lpstr>
      <vt:lpstr>SHOULD YOU BUILD TWO APPS LATER? </vt:lpstr>
      <vt:lpstr>Why would they stay?</vt:lpstr>
      <vt:lpstr>PowerPoint Presentation</vt:lpstr>
      <vt:lpstr>PowerPoint Presentation</vt:lpstr>
      <vt:lpstr>Up for discussion….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ctx-supplychain</dc:creator>
  <cp:lastModifiedBy>ctx-supplychain</cp:lastModifiedBy>
  <cp:revision>7</cp:revision>
  <dcterms:created xsi:type="dcterms:W3CDTF">2026-02-11T06:53:48Z</dcterms:created>
  <dcterms:modified xsi:type="dcterms:W3CDTF">2026-02-11T11:42:04Z</dcterms:modified>
</cp:coreProperties>
</file>